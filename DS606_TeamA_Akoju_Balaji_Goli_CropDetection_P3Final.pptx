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42"/>
  </p:notesMasterIdLst>
  <p:sldIdLst>
    <p:sldId id="256" r:id="rId2"/>
    <p:sldId id="257" r:id="rId3"/>
    <p:sldId id="258" r:id="rId4"/>
    <p:sldId id="259" r:id="rId5"/>
    <p:sldId id="289" r:id="rId6"/>
    <p:sldId id="260" r:id="rId7"/>
    <p:sldId id="261" r:id="rId8"/>
    <p:sldId id="262" r:id="rId9"/>
    <p:sldId id="268" r:id="rId10"/>
    <p:sldId id="297" r:id="rId11"/>
    <p:sldId id="264" r:id="rId12"/>
    <p:sldId id="270" r:id="rId13"/>
    <p:sldId id="271" r:id="rId14"/>
    <p:sldId id="266" r:id="rId15"/>
    <p:sldId id="272" r:id="rId16"/>
    <p:sldId id="273" r:id="rId17"/>
    <p:sldId id="303" r:id="rId18"/>
    <p:sldId id="288" r:id="rId19"/>
    <p:sldId id="275" r:id="rId20"/>
    <p:sldId id="276" r:id="rId21"/>
    <p:sldId id="277" r:id="rId22"/>
    <p:sldId id="278" r:id="rId23"/>
    <p:sldId id="279" r:id="rId24"/>
    <p:sldId id="280" r:id="rId25"/>
    <p:sldId id="285" r:id="rId26"/>
    <p:sldId id="290" r:id="rId27"/>
    <p:sldId id="281" r:id="rId28"/>
    <p:sldId id="282" r:id="rId29"/>
    <p:sldId id="283" r:id="rId30"/>
    <p:sldId id="284" r:id="rId31"/>
    <p:sldId id="302" r:id="rId32"/>
    <p:sldId id="265" r:id="rId33"/>
    <p:sldId id="286" r:id="rId34"/>
    <p:sldId id="292" r:id="rId35"/>
    <p:sldId id="293" r:id="rId36"/>
    <p:sldId id="294" r:id="rId37"/>
    <p:sldId id="301" r:id="rId38"/>
    <p:sldId id="299" r:id="rId39"/>
    <p:sldId id="300" r:id="rId40"/>
    <p:sldId id="267"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81"/>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Balaji" userId="fd17a2526f202cfb" providerId="LiveId" clId="{54C1BDA3-DFCE-4692-AEBC-61E35A58E8A9}"/>
    <pc:docChg chg="undo redo custSel addSld modSld">
      <pc:chgData name="Divya Balaji" userId="fd17a2526f202cfb" providerId="LiveId" clId="{54C1BDA3-DFCE-4692-AEBC-61E35A58E8A9}" dt="2024-07-16T17:21:13.542" v="773" actId="255"/>
      <pc:docMkLst>
        <pc:docMk/>
      </pc:docMkLst>
      <pc:sldChg chg="modSp mod">
        <pc:chgData name="Divya Balaji" userId="fd17a2526f202cfb" providerId="LiveId" clId="{54C1BDA3-DFCE-4692-AEBC-61E35A58E8A9}" dt="2024-07-16T14:52:52.320" v="15" actId="1076"/>
        <pc:sldMkLst>
          <pc:docMk/>
          <pc:sldMk cId="0" sldId="257"/>
        </pc:sldMkLst>
        <pc:spChg chg="mod">
          <ac:chgData name="Divya Balaji" userId="fd17a2526f202cfb" providerId="LiveId" clId="{54C1BDA3-DFCE-4692-AEBC-61E35A58E8A9}" dt="2024-07-16T14:52:49.431" v="14" actId="1076"/>
          <ac:spMkLst>
            <pc:docMk/>
            <pc:sldMk cId="0" sldId="257"/>
            <ac:spMk id="3" creationId="{00000000-0000-0000-0000-000000000000}"/>
          </ac:spMkLst>
        </pc:spChg>
        <pc:picChg chg="mod">
          <ac:chgData name="Divya Balaji" userId="fd17a2526f202cfb" providerId="LiveId" clId="{54C1BDA3-DFCE-4692-AEBC-61E35A58E8A9}" dt="2024-07-16T14:52:52.320" v="15" actId="1076"/>
          <ac:picMkLst>
            <pc:docMk/>
            <pc:sldMk cId="0" sldId="257"/>
            <ac:picMk id="5" creationId="{00000000-0000-0000-0000-000000000000}"/>
          </ac:picMkLst>
        </pc:picChg>
      </pc:sldChg>
      <pc:sldChg chg="modSp mod">
        <pc:chgData name="Divya Balaji" userId="fd17a2526f202cfb" providerId="LiveId" clId="{54C1BDA3-DFCE-4692-AEBC-61E35A58E8A9}" dt="2024-07-16T15:00:30.389" v="61"/>
        <pc:sldMkLst>
          <pc:docMk/>
          <pc:sldMk cId="0" sldId="258"/>
        </pc:sldMkLst>
        <pc:spChg chg="mod">
          <ac:chgData name="Divya Balaji" userId="fd17a2526f202cfb" providerId="LiveId" clId="{54C1BDA3-DFCE-4692-AEBC-61E35A58E8A9}" dt="2024-07-16T14:52:24.951" v="0"/>
          <ac:spMkLst>
            <pc:docMk/>
            <pc:sldMk cId="0" sldId="258"/>
            <ac:spMk id="2" creationId="{00000000-0000-0000-0000-000000000000}"/>
          </ac:spMkLst>
        </pc:spChg>
        <pc:spChg chg="mod">
          <ac:chgData name="Divya Balaji" userId="fd17a2526f202cfb" providerId="LiveId" clId="{54C1BDA3-DFCE-4692-AEBC-61E35A58E8A9}" dt="2024-07-16T15:00:30.389" v="61"/>
          <ac:spMkLst>
            <pc:docMk/>
            <pc:sldMk cId="0" sldId="258"/>
            <ac:spMk id="3" creationId="{00000000-0000-0000-0000-000000000000}"/>
          </ac:spMkLst>
        </pc:spChg>
      </pc:sldChg>
      <pc:sldChg chg="modSp mod">
        <pc:chgData name="Divya Balaji" userId="fd17a2526f202cfb" providerId="LiveId" clId="{54C1BDA3-DFCE-4692-AEBC-61E35A58E8A9}" dt="2024-07-16T14:52:25.098" v="2" actId="27636"/>
        <pc:sldMkLst>
          <pc:docMk/>
          <pc:sldMk cId="0" sldId="259"/>
        </pc:sldMkLst>
        <pc:spChg chg="mod">
          <ac:chgData name="Divya Balaji" userId="fd17a2526f202cfb" providerId="LiveId" clId="{54C1BDA3-DFCE-4692-AEBC-61E35A58E8A9}" dt="2024-07-16T14:52:25.093" v="1" actId="27636"/>
          <ac:spMkLst>
            <pc:docMk/>
            <pc:sldMk cId="0" sldId="259"/>
            <ac:spMk id="2" creationId="{00000000-0000-0000-0000-000000000000}"/>
          </ac:spMkLst>
        </pc:spChg>
        <pc:spChg chg="mod">
          <ac:chgData name="Divya Balaji" userId="fd17a2526f202cfb" providerId="LiveId" clId="{54C1BDA3-DFCE-4692-AEBC-61E35A58E8A9}" dt="2024-07-16T14:52:25.098" v="2" actId="27636"/>
          <ac:spMkLst>
            <pc:docMk/>
            <pc:sldMk cId="0" sldId="259"/>
            <ac:spMk id="3" creationId="{00000000-0000-0000-0000-000000000000}"/>
          </ac:spMkLst>
        </pc:spChg>
      </pc:sldChg>
      <pc:sldChg chg="modSp mod">
        <pc:chgData name="Divya Balaji" userId="fd17a2526f202cfb" providerId="LiveId" clId="{54C1BDA3-DFCE-4692-AEBC-61E35A58E8A9}" dt="2024-07-16T15:00:48.680" v="65" actId="27636"/>
        <pc:sldMkLst>
          <pc:docMk/>
          <pc:sldMk cId="0" sldId="260"/>
        </pc:sldMkLst>
        <pc:spChg chg="mod">
          <ac:chgData name="Divya Balaji" userId="fd17a2526f202cfb" providerId="LiveId" clId="{54C1BDA3-DFCE-4692-AEBC-61E35A58E8A9}" dt="2024-07-16T14:52:25.112" v="4" actId="27636"/>
          <ac:spMkLst>
            <pc:docMk/>
            <pc:sldMk cId="0" sldId="260"/>
            <ac:spMk id="2" creationId="{00000000-0000-0000-0000-000000000000}"/>
          </ac:spMkLst>
        </pc:spChg>
        <pc:spChg chg="mod">
          <ac:chgData name="Divya Balaji" userId="fd17a2526f202cfb" providerId="LiveId" clId="{54C1BDA3-DFCE-4692-AEBC-61E35A58E8A9}" dt="2024-07-16T15:00:48.680" v="65" actId="27636"/>
          <ac:spMkLst>
            <pc:docMk/>
            <pc:sldMk cId="0" sldId="260"/>
            <ac:spMk id="3" creationId="{00000000-0000-0000-0000-000000000000}"/>
          </ac:spMkLst>
        </pc:spChg>
      </pc:sldChg>
      <pc:sldChg chg="modSp mod">
        <pc:chgData name="Divya Balaji" userId="fd17a2526f202cfb" providerId="LiveId" clId="{54C1BDA3-DFCE-4692-AEBC-61E35A58E8A9}" dt="2024-07-16T15:03:32.736" v="99" actId="1076"/>
        <pc:sldMkLst>
          <pc:docMk/>
          <pc:sldMk cId="0" sldId="261"/>
        </pc:sldMkLst>
        <pc:spChg chg="mod">
          <ac:chgData name="Divya Balaji" userId="fd17a2526f202cfb" providerId="LiveId" clId="{54C1BDA3-DFCE-4692-AEBC-61E35A58E8A9}" dt="2024-07-16T15:02:23.382" v="84" actId="14100"/>
          <ac:spMkLst>
            <pc:docMk/>
            <pc:sldMk cId="0" sldId="261"/>
            <ac:spMk id="2" creationId="{00000000-0000-0000-0000-000000000000}"/>
          </ac:spMkLst>
        </pc:spChg>
        <pc:spChg chg="mod">
          <ac:chgData name="Divya Balaji" userId="fd17a2526f202cfb" providerId="LiveId" clId="{54C1BDA3-DFCE-4692-AEBC-61E35A58E8A9}" dt="2024-07-16T15:03:32.736" v="99" actId="1076"/>
          <ac:spMkLst>
            <pc:docMk/>
            <pc:sldMk cId="0" sldId="261"/>
            <ac:spMk id="3" creationId="{00000000-0000-0000-0000-000000000000}"/>
          </ac:spMkLst>
        </pc:spChg>
      </pc:sldChg>
      <pc:sldChg chg="modSp mod">
        <pc:chgData name="Divya Balaji" userId="fd17a2526f202cfb" providerId="LiveId" clId="{54C1BDA3-DFCE-4692-AEBC-61E35A58E8A9}" dt="2024-07-16T14:52:25.129" v="5" actId="27636"/>
        <pc:sldMkLst>
          <pc:docMk/>
          <pc:sldMk cId="0" sldId="262"/>
        </pc:sldMkLst>
        <pc:spChg chg="mod">
          <ac:chgData name="Divya Balaji" userId="fd17a2526f202cfb" providerId="LiveId" clId="{54C1BDA3-DFCE-4692-AEBC-61E35A58E8A9}" dt="2024-07-16T14:52:25.129" v="5" actId="27636"/>
          <ac:spMkLst>
            <pc:docMk/>
            <pc:sldMk cId="0" sldId="262"/>
            <ac:spMk id="3" creationId="{00000000-0000-0000-0000-000000000000}"/>
          </ac:spMkLst>
        </pc:spChg>
      </pc:sldChg>
      <pc:sldChg chg="addSp delSp modSp mod">
        <pc:chgData name="Divya Balaji" userId="fd17a2526f202cfb" providerId="LiveId" clId="{54C1BDA3-DFCE-4692-AEBC-61E35A58E8A9}" dt="2024-07-16T15:22:20.678" v="140" actId="14100"/>
        <pc:sldMkLst>
          <pc:docMk/>
          <pc:sldMk cId="0" sldId="264"/>
        </pc:sldMkLst>
        <pc:spChg chg="mod">
          <ac:chgData name="Divya Balaji" userId="fd17a2526f202cfb" providerId="LiveId" clId="{54C1BDA3-DFCE-4692-AEBC-61E35A58E8A9}" dt="2024-07-16T14:58:40.153" v="36" actId="1076"/>
          <ac:spMkLst>
            <pc:docMk/>
            <pc:sldMk cId="0" sldId="264"/>
            <ac:spMk id="2" creationId="{00000000-0000-0000-0000-000000000000}"/>
          </ac:spMkLst>
        </pc:spChg>
        <pc:spChg chg="add mod">
          <ac:chgData name="Divya Balaji" userId="fd17a2526f202cfb" providerId="LiveId" clId="{54C1BDA3-DFCE-4692-AEBC-61E35A58E8A9}" dt="2024-07-16T15:21:39.914" v="136" actId="20577"/>
          <ac:spMkLst>
            <pc:docMk/>
            <pc:sldMk cId="0" sldId="264"/>
            <ac:spMk id="3" creationId="{F431C19D-7656-F0AB-F98C-544A171BE57B}"/>
          </ac:spMkLst>
        </pc:spChg>
        <pc:spChg chg="add mod">
          <ac:chgData name="Divya Balaji" userId="fd17a2526f202cfb" providerId="LiveId" clId="{54C1BDA3-DFCE-4692-AEBC-61E35A58E8A9}" dt="2024-07-16T15:22:20.678" v="140" actId="14100"/>
          <ac:spMkLst>
            <pc:docMk/>
            <pc:sldMk cId="0" sldId="264"/>
            <ac:spMk id="4" creationId="{1DE04387-1AAC-16DB-19A2-A511EEDAB4B7}"/>
          </ac:spMkLst>
        </pc:spChg>
        <pc:picChg chg="mod">
          <ac:chgData name="Divya Balaji" userId="fd17a2526f202cfb" providerId="LiveId" clId="{54C1BDA3-DFCE-4692-AEBC-61E35A58E8A9}" dt="2024-07-16T15:18:41.161" v="108" actId="1076"/>
          <ac:picMkLst>
            <pc:docMk/>
            <pc:sldMk cId="0" sldId="264"/>
            <ac:picMk id="2051" creationId="{00000000-0000-0000-0000-000000000000}"/>
          </ac:picMkLst>
        </pc:picChg>
        <pc:picChg chg="del mod">
          <ac:chgData name="Divya Balaji" userId="fd17a2526f202cfb" providerId="LiveId" clId="{54C1BDA3-DFCE-4692-AEBC-61E35A58E8A9}" dt="2024-07-16T15:19:22.826" v="115" actId="478"/>
          <ac:picMkLst>
            <pc:docMk/>
            <pc:sldMk cId="0" sldId="264"/>
            <ac:picMk id="2052" creationId="{00000000-0000-0000-0000-000000000000}"/>
          </ac:picMkLst>
        </pc:picChg>
        <pc:picChg chg="del">
          <ac:chgData name="Divya Balaji" userId="fd17a2526f202cfb" providerId="LiveId" clId="{54C1BDA3-DFCE-4692-AEBC-61E35A58E8A9}" dt="2024-07-16T15:18:28.813" v="106" actId="478"/>
          <ac:picMkLst>
            <pc:docMk/>
            <pc:sldMk cId="0" sldId="264"/>
            <ac:picMk id="2053" creationId="{00000000-0000-0000-0000-000000000000}"/>
          </ac:picMkLst>
        </pc:picChg>
        <pc:picChg chg="del">
          <ac:chgData name="Divya Balaji" userId="fd17a2526f202cfb" providerId="LiveId" clId="{54C1BDA3-DFCE-4692-AEBC-61E35A58E8A9}" dt="2024-07-16T15:18:31.706" v="107" actId="478"/>
          <ac:picMkLst>
            <pc:docMk/>
            <pc:sldMk cId="0" sldId="264"/>
            <ac:picMk id="2054" creationId="{00000000-0000-0000-0000-000000000000}"/>
          </ac:picMkLst>
        </pc:picChg>
      </pc:sldChg>
      <pc:sldChg chg="addSp delSp modSp mod">
        <pc:chgData name="Divya Balaji" userId="fd17a2526f202cfb" providerId="LiveId" clId="{54C1BDA3-DFCE-4692-AEBC-61E35A58E8A9}" dt="2024-07-16T15:28:24.461" v="165" actId="14100"/>
        <pc:sldMkLst>
          <pc:docMk/>
          <pc:sldMk cId="0" sldId="265"/>
        </pc:sldMkLst>
        <pc:spChg chg="add del mod">
          <ac:chgData name="Divya Balaji" userId="fd17a2526f202cfb" providerId="LiveId" clId="{54C1BDA3-DFCE-4692-AEBC-61E35A58E8A9}" dt="2024-07-16T15:24:52.860" v="152" actId="478"/>
          <ac:spMkLst>
            <pc:docMk/>
            <pc:sldMk cId="0" sldId="265"/>
            <ac:spMk id="3" creationId="{6231D130-9DF0-B108-8CF6-D929344894BA}"/>
          </ac:spMkLst>
        </pc:spChg>
        <pc:spChg chg="add mod">
          <ac:chgData name="Divya Balaji" userId="fd17a2526f202cfb" providerId="LiveId" clId="{54C1BDA3-DFCE-4692-AEBC-61E35A58E8A9}" dt="2024-07-16T15:26:51.776" v="155"/>
          <ac:spMkLst>
            <pc:docMk/>
            <pc:sldMk cId="0" sldId="265"/>
            <ac:spMk id="4" creationId="{C5BA6A07-5A60-C285-BD97-FDA6FBD94280}"/>
          </ac:spMkLst>
        </pc:spChg>
        <pc:spChg chg="add mod">
          <ac:chgData name="Divya Balaji" userId="fd17a2526f202cfb" providerId="LiveId" clId="{54C1BDA3-DFCE-4692-AEBC-61E35A58E8A9}" dt="2024-07-16T15:28:24.461" v="165" actId="14100"/>
          <ac:spMkLst>
            <pc:docMk/>
            <pc:sldMk cId="0" sldId="265"/>
            <ac:spMk id="7" creationId="{C9582A34-3F3B-A97B-18AD-28DC85248F13}"/>
          </ac:spMkLst>
        </pc:spChg>
        <pc:picChg chg="add mod">
          <ac:chgData name="Divya Balaji" userId="fd17a2526f202cfb" providerId="LiveId" clId="{54C1BDA3-DFCE-4692-AEBC-61E35A58E8A9}" dt="2024-07-16T15:27:52.214" v="162" actId="1076"/>
          <ac:picMkLst>
            <pc:docMk/>
            <pc:sldMk cId="0" sldId="265"/>
            <ac:picMk id="6" creationId="{DD6104A3-4C06-A46A-4093-E0A01CCBDA13}"/>
          </ac:picMkLst>
        </pc:picChg>
        <pc:picChg chg="del mod">
          <ac:chgData name="Divya Balaji" userId="fd17a2526f202cfb" providerId="LiveId" clId="{54C1BDA3-DFCE-4692-AEBC-61E35A58E8A9}" dt="2024-07-16T15:24:20.632" v="151" actId="478"/>
          <ac:picMkLst>
            <pc:docMk/>
            <pc:sldMk cId="0" sldId="265"/>
            <ac:picMk id="3074" creationId="{00000000-0000-0000-0000-000000000000}"/>
          </ac:picMkLst>
        </pc:picChg>
        <pc:picChg chg="del">
          <ac:chgData name="Divya Balaji" userId="fd17a2526f202cfb" providerId="LiveId" clId="{54C1BDA3-DFCE-4692-AEBC-61E35A58E8A9}" dt="2024-07-16T15:20:04.030" v="125" actId="478"/>
          <ac:picMkLst>
            <pc:docMk/>
            <pc:sldMk cId="0" sldId="265"/>
            <ac:picMk id="3075" creationId="{00000000-0000-0000-0000-000000000000}"/>
          </ac:picMkLst>
        </pc:picChg>
        <pc:picChg chg="mod">
          <ac:chgData name="Divya Balaji" userId="fd17a2526f202cfb" providerId="LiveId" clId="{54C1BDA3-DFCE-4692-AEBC-61E35A58E8A9}" dt="2024-07-16T15:20:07.793" v="127" actId="1076"/>
          <ac:picMkLst>
            <pc:docMk/>
            <pc:sldMk cId="0" sldId="265"/>
            <ac:picMk id="3076" creationId="{00000000-0000-0000-0000-000000000000}"/>
          </ac:picMkLst>
        </pc:picChg>
      </pc:sldChg>
      <pc:sldChg chg="addSp delSp modSp mod">
        <pc:chgData name="Divya Balaji" userId="fd17a2526f202cfb" providerId="LiveId" clId="{54C1BDA3-DFCE-4692-AEBC-61E35A58E8A9}" dt="2024-07-16T15:39:53.473" v="238" actId="255"/>
        <pc:sldMkLst>
          <pc:docMk/>
          <pc:sldMk cId="0" sldId="266"/>
        </pc:sldMkLst>
        <pc:spChg chg="add del mod">
          <ac:chgData name="Divya Balaji" userId="fd17a2526f202cfb" providerId="LiveId" clId="{54C1BDA3-DFCE-4692-AEBC-61E35A58E8A9}" dt="2024-07-16T15:39:53.473" v="238" actId="255"/>
          <ac:spMkLst>
            <pc:docMk/>
            <pc:sldMk cId="0" sldId="266"/>
            <ac:spMk id="2" creationId="{E54599B8-B917-CB69-A6B5-D6B9E759260E}"/>
          </ac:spMkLst>
        </pc:spChg>
        <pc:spChg chg="add del mod">
          <ac:chgData name="Divya Balaji" userId="fd17a2526f202cfb" providerId="LiveId" clId="{54C1BDA3-DFCE-4692-AEBC-61E35A58E8A9}" dt="2024-07-16T15:36:45.211" v="202" actId="478"/>
          <ac:spMkLst>
            <pc:docMk/>
            <pc:sldMk cId="0" sldId="266"/>
            <ac:spMk id="3" creationId="{AC252BC4-EC9D-B2FE-3E2E-D5677F383E44}"/>
          </ac:spMkLst>
        </pc:spChg>
        <pc:spChg chg="add">
          <ac:chgData name="Divya Balaji" userId="fd17a2526f202cfb" providerId="LiveId" clId="{54C1BDA3-DFCE-4692-AEBC-61E35A58E8A9}" dt="2024-07-16T15:36:28.562" v="193"/>
          <ac:spMkLst>
            <pc:docMk/>
            <pc:sldMk cId="0" sldId="266"/>
            <ac:spMk id="5" creationId="{1DA2428F-DCD6-E063-966B-394AD4B8EB06}"/>
          </ac:spMkLst>
        </pc:spChg>
        <pc:spChg chg="add del mod">
          <ac:chgData name="Divya Balaji" userId="fd17a2526f202cfb" providerId="LiveId" clId="{54C1BDA3-DFCE-4692-AEBC-61E35A58E8A9}" dt="2024-07-16T15:37:11.380" v="208" actId="255"/>
          <ac:spMkLst>
            <pc:docMk/>
            <pc:sldMk cId="0" sldId="266"/>
            <ac:spMk id="6" creationId="{325D146C-37D8-3C7A-4ADA-C005DC8E02CD}"/>
          </ac:spMkLst>
        </pc:spChg>
        <pc:spChg chg="add">
          <ac:chgData name="Divya Balaji" userId="fd17a2526f202cfb" providerId="LiveId" clId="{54C1BDA3-DFCE-4692-AEBC-61E35A58E8A9}" dt="2024-07-16T15:38:24.602" v="219"/>
          <ac:spMkLst>
            <pc:docMk/>
            <pc:sldMk cId="0" sldId="266"/>
            <ac:spMk id="7" creationId="{73F07E51-721F-0AA2-9F8D-105469557BF1}"/>
          </ac:spMkLst>
        </pc:spChg>
        <pc:spChg chg="add mod">
          <ac:chgData name="Divya Balaji" userId="fd17a2526f202cfb" providerId="LiveId" clId="{54C1BDA3-DFCE-4692-AEBC-61E35A58E8A9}" dt="2024-07-16T15:38:35.144" v="223" actId="1076"/>
          <ac:spMkLst>
            <pc:docMk/>
            <pc:sldMk cId="0" sldId="266"/>
            <ac:spMk id="8" creationId="{35A4D956-DB21-7E9B-5297-1EF86AB41E69}"/>
          </ac:spMkLst>
        </pc:spChg>
        <pc:spChg chg="add del mod">
          <ac:chgData name="Divya Balaji" userId="fd17a2526f202cfb" providerId="LiveId" clId="{54C1BDA3-DFCE-4692-AEBC-61E35A58E8A9}" dt="2024-07-16T15:39:05.031" v="235"/>
          <ac:spMkLst>
            <pc:docMk/>
            <pc:sldMk cId="0" sldId="266"/>
            <ac:spMk id="9" creationId="{162AEA28-F1C1-C6AE-05B9-892B1A4E602D}"/>
          </ac:spMkLst>
        </pc:spChg>
        <pc:picChg chg="add mod">
          <ac:chgData name="Divya Balaji" userId="fd17a2526f202cfb" providerId="LiveId" clId="{54C1BDA3-DFCE-4692-AEBC-61E35A58E8A9}" dt="2024-07-16T15:36:21.949" v="192"/>
          <ac:picMkLst>
            <pc:docMk/>
            <pc:sldMk cId="0" sldId="266"/>
            <ac:picMk id="4" creationId="{0549EF3A-67B7-5076-2154-2B9C3596BD77}"/>
          </ac:picMkLst>
        </pc:picChg>
        <pc:picChg chg="mod">
          <ac:chgData name="Divya Balaji" userId="fd17a2526f202cfb" providerId="LiveId" clId="{54C1BDA3-DFCE-4692-AEBC-61E35A58E8A9}" dt="2024-07-16T15:36:14.804" v="190" actId="1076"/>
          <ac:picMkLst>
            <pc:docMk/>
            <pc:sldMk cId="0" sldId="266"/>
            <ac:picMk id="4098" creationId="{00000000-0000-0000-0000-000000000000}"/>
          </ac:picMkLst>
        </pc:picChg>
        <pc:picChg chg="del">
          <ac:chgData name="Divya Balaji" userId="fd17a2526f202cfb" providerId="LiveId" clId="{54C1BDA3-DFCE-4692-AEBC-61E35A58E8A9}" dt="2024-07-16T15:35:56.450" v="187" actId="478"/>
          <ac:picMkLst>
            <pc:docMk/>
            <pc:sldMk cId="0" sldId="266"/>
            <ac:picMk id="4099" creationId="{00000000-0000-0000-0000-000000000000}"/>
          </ac:picMkLst>
        </pc:picChg>
      </pc:sldChg>
      <pc:sldChg chg="modSp mod">
        <pc:chgData name="Divya Balaji" userId="fd17a2526f202cfb" providerId="LiveId" clId="{54C1BDA3-DFCE-4692-AEBC-61E35A58E8A9}" dt="2024-07-16T14:52:25.145" v="7" actId="27636"/>
        <pc:sldMkLst>
          <pc:docMk/>
          <pc:sldMk cId="0" sldId="267"/>
        </pc:sldMkLst>
        <pc:spChg chg="mod">
          <ac:chgData name="Divya Balaji" userId="fd17a2526f202cfb" providerId="LiveId" clId="{54C1BDA3-DFCE-4692-AEBC-61E35A58E8A9}" dt="2024-07-16T14:52:24.951" v="0"/>
          <ac:spMkLst>
            <pc:docMk/>
            <pc:sldMk cId="0" sldId="267"/>
            <ac:spMk id="2" creationId="{00000000-0000-0000-0000-000000000000}"/>
          </ac:spMkLst>
        </pc:spChg>
        <pc:spChg chg="mod">
          <ac:chgData name="Divya Balaji" userId="fd17a2526f202cfb" providerId="LiveId" clId="{54C1BDA3-DFCE-4692-AEBC-61E35A58E8A9}" dt="2024-07-16T14:52:25.145" v="7" actId="27636"/>
          <ac:spMkLst>
            <pc:docMk/>
            <pc:sldMk cId="0" sldId="267"/>
            <ac:spMk id="3" creationId="{00000000-0000-0000-0000-000000000000}"/>
          </ac:spMkLst>
        </pc:spChg>
      </pc:sldChg>
      <pc:sldChg chg="modSp mod">
        <pc:chgData name="Divya Balaji" userId="fd17a2526f202cfb" providerId="LiveId" clId="{54C1BDA3-DFCE-4692-AEBC-61E35A58E8A9}" dt="2024-07-16T14:58:15.388" v="35" actId="27636"/>
        <pc:sldMkLst>
          <pc:docMk/>
          <pc:sldMk cId="0" sldId="268"/>
        </pc:sldMkLst>
        <pc:spChg chg="mod">
          <ac:chgData name="Divya Balaji" userId="fd17a2526f202cfb" providerId="LiveId" clId="{54C1BDA3-DFCE-4692-AEBC-61E35A58E8A9}" dt="2024-07-16T14:58:15.388" v="35" actId="27636"/>
          <ac:spMkLst>
            <pc:docMk/>
            <pc:sldMk cId="0" sldId="268"/>
            <ac:spMk id="3" creationId="{00000000-0000-0000-0000-000000000000}"/>
          </ac:spMkLst>
        </pc:spChg>
      </pc:sldChg>
      <pc:sldChg chg="addSp delSp modSp new mod">
        <pc:chgData name="Divya Balaji" userId="fd17a2526f202cfb" providerId="LiveId" clId="{54C1BDA3-DFCE-4692-AEBC-61E35A58E8A9}" dt="2024-07-16T15:24:11.100" v="150"/>
        <pc:sldMkLst>
          <pc:docMk/>
          <pc:sldMk cId="791626394" sldId="269"/>
        </pc:sldMkLst>
        <pc:spChg chg="add mod">
          <ac:chgData name="Divya Balaji" userId="fd17a2526f202cfb" providerId="LiveId" clId="{54C1BDA3-DFCE-4692-AEBC-61E35A58E8A9}" dt="2024-07-16T15:23:51.605" v="147"/>
          <ac:spMkLst>
            <pc:docMk/>
            <pc:sldMk cId="791626394" sldId="269"/>
            <ac:spMk id="5" creationId="{9D5E75FB-60C6-AA5F-3514-C2E531689E48}"/>
          </ac:spMkLst>
        </pc:spChg>
        <pc:spChg chg="add mod">
          <ac:chgData name="Divya Balaji" userId="fd17a2526f202cfb" providerId="LiveId" clId="{54C1BDA3-DFCE-4692-AEBC-61E35A58E8A9}" dt="2024-07-16T15:24:11.100" v="150"/>
          <ac:spMkLst>
            <pc:docMk/>
            <pc:sldMk cId="791626394" sldId="269"/>
            <ac:spMk id="6" creationId="{8E953DFD-D83B-D318-A3EF-E2991D489F6F}"/>
          </ac:spMkLst>
        </pc:spChg>
        <pc:picChg chg="add del mod">
          <ac:chgData name="Divya Balaji" userId="fd17a2526f202cfb" providerId="LiveId" clId="{54C1BDA3-DFCE-4692-AEBC-61E35A58E8A9}" dt="2024-07-16T15:19:35.166" v="118" actId="478"/>
          <ac:picMkLst>
            <pc:docMk/>
            <pc:sldMk cId="791626394" sldId="269"/>
            <ac:picMk id="2" creationId="{6D917B65-7FD7-15CF-CFBB-D1A472B7D3CA}"/>
          </ac:picMkLst>
        </pc:picChg>
        <pc:picChg chg="add mod">
          <ac:chgData name="Divya Balaji" userId="fd17a2526f202cfb" providerId="LiveId" clId="{54C1BDA3-DFCE-4692-AEBC-61E35A58E8A9}" dt="2024-07-16T15:19:37.766" v="119" actId="1076"/>
          <ac:picMkLst>
            <pc:docMk/>
            <pc:sldMk cId="791626394" sldId="269"/>
            <ac:picMk id="3" creationId="{C5827F8C-BDB1-A7C0-D74B-954298AC8921}"/>
          </ac:picMkLst>
        </pc:picChg>
        <pc:picChg chg="add mod">
          <ac:chgData name="Divya Balaji" userId="fd17a2526f202cfb" providerId="LiveId" clId="{54C1BDA3-DFCE-4692-AEBC-61E35A58E8A9}" dt="2024-07-16T15:19:47.047" v="121" actId="1076"/>
          <ac:picMkLst>
            <pc:docMk/>
            <pc:sldMk cId="791626394" sldId="269"/>
            <ac:picMk id="4" creationId="{7C99405F-F6C5-3CDE-97C5-0D5742844A62}"/>
          </ac:picMkLst>
        </pc:picChg>
      </pc:sldChg>
      <pc:sldChg chg="addSp modSp new mod">
        <pc:chgData name="Divya Balaji" userId="fd17a2526f202cfb" providerId="LiveId" clId="{54C1BDA3-DFCE-4692-AEBC-61E35A58E8A9}" dt="2024-07-16T15:23:21.692" v="145"/>
        <pc:sldMkLst>
          <pc:docMk/>
          <pc:sldMk cId="963478495" sldId="270"/>
        </pc:sldMkLst>
        <pc:spChg chg="add mod">
          <ac:chgData name="Divya Balaji" userId="fd17a2526f202cfb" providerId="LiveId" clId="{54C1BDA3-DFCE-4692-AEBC-61E35A58E8A9}" dt="2024-07-16T15:22:43.986" v="142"/>
          <ac:spMkLst>
            <pc:docMk/>
            <pc:sldMk cId="963478495" sldId="270"/>
            <ac:spMk id="4" creationId="{F5990513-F42F-A436-7B75-A54FF906586F}"/>
          </ac:spMkLst>
        </pc:spChg>
        <pc:spChg chg="add mod">
          <ac:chgData name="Divya Balaji" userId="fd17a2526f202cfb" providerId="LiveId" clId="{54C1BDA3-DFCE-4692-AEBC-61E35A58E8A9}" dt="2024-07-16T15:23:21.692" v="145"/>
          <ac:spMkLst>
            <pc:docMk/>
            <pc:sldMk cId="963478495" sldId="270"/>
            <ac:spMk id="5" creationId="{3C882348-8DCD-5AE5-479C-450D7E7C4706}"/>
          </ac:spMkLst>
        </pc:spChg>
        <pc:picChg chg="add mod">
          <ac:chgData name="Divya Balaji" userId="fd17a2526f202cfb" providerId="LiveId" clId="{54C1BDA3-DFCE-4692-AEBC-61E35A58E8A9}" dt="2024-07-16T15:19:20.176" v="114" actId="1076"/>
          <ac:picMkLst>
            <pc:docMk/>
            <pc:sldMk cId="963478495" sldId="270"/>
            <ac:picMk id="2" creationId="{D1A2F501-C41D-4ED9-2094-A9440ACF9845}"/>
          </ac:picMkLst>
        </pc:picChg>
        <pc:picChg chg="add mod">
          <ac:chgData name="Divya Balaji" userId="fd17a2526f202cfb" providerId="LiveId" clId="{54C1BDA3-DFCE-4692-AEBC-61E35A58E8A9}" dt="2024-07-16T15:19:32.060" v="117" actId="1076"/>
          <ac:picMkLst>
            <pc:docMk/>
            <pc:sldMk cId="963478495" sldId="270"/>
            <ac:picMk id="3" creationId="{CD9004EF-ACF5-96AB-C37A-868FE919EC57}"/>
          </ac:picMkLst>
        </pc:picChg>
      </pc:sldChg>
      <pc:sldChg chg="addSp delSp modSp new mod">
        <pc:chgData name="Divya Balaji" userId="fd17a2526f202cfb" providerId="LiveId" clId="{54C1BDA3-DFCE-4692-AEBC-61E35A58E8A9}" dt="2024-07-16T15:33:37.543" v="184" actId="1076"/>
        <pc:sldMkLst>
          <pc:docMk/>
          <pc:sldMk cId="2944633653" sldId="271"/>
        </pc:sldMkLst>
        <pc:spChg chg="add del mod">
          <ac:chgData name="Divya Balaji" userId="fd17a2526f202cfb" providerId="LiveId" clId="{54C1BDA3-DFCE-4692-AEBC-61E35A58E8A9}" dt="2024-07-16T15:32:51.525" v="170"/>
          <ac:spMkLst>
            <pc:docMk/>
            <pc:sldMk cId="2944633653" sldId="271"/>
            <ac:spMk id="4" creationId="{07E4237B-F721-085C-FECA-BD56B5529E6C}"/>
          </ac:spMkLst>
        </pc:spChg>
        <pc:spChg chg="add mod">
          <ac:chgData name="Divya Balaji" userId="fd17a2526f202cfb" providerId="LiveId" clId="{54C1BDA3-DFCE-4692-AEBC-61E35A58E8A9}" dt="2024-07-16T15:33:27.050" v="182" actId="123"/>
          <ac:spMkLst>
            <pc:docMk/>
            <pc:sldMk cId="2944633653" sldId="271"/>
            <ac:spMk id="5" creationId="{43FD362E-FC87-13C8-FBFA-E237EED6AA0C}"/>
          </ac:spMkLst>
        </pc:spChg>
        <pc:picChg chg="add mod">
          <ac:chgData name="Divya Balaji" userId="fd17a2526f202cfb" providerId="LiveId" clId="{54C1BDA3-DFCE-4692-AEBC-61E35A58E8A9}" dt="2024-07-16T15:33:37.543" v="184" actId="1076"/>
          <ac:picMkLst>
            <pc:docMk/>
            <pc:sldMk cId="2944633653" sldId="271"/>
            <ac:picMk id="2" creationId="{A7872C76-216F-AD1D-5FA9-231831EE1B8A}"/>
          </ac:picMkLst>
        </pc:picChg>
        <pc:picChg chg="add del mod">
          <ac:chgData name="Divya Balaji" userId="fd17a2526f202cfb" providerId="LiveId" clId="{54C1BDA3-DFCE-4692-AEBC-61E35A58E8A9}" dt="2024-07-16T15:32:54.608" v="171" actId="478"/>
          <ac:picMkLst>
            <pc:docMk/>
            <pc:sldMk cId="2944633653" sldId="271"/>
            <ac:picMk id="3" creationId="{44F5804B-EA95-945B-2534-8B0A67E891B2}"/>
          </ac:picMkLst>
        </pc:picChg>
      </pc:sldChg>
      <pc:sldChg chg="addSp delSp modSp new mod">
        <pc:chgData name="Divya Balaji" userId="fd17a2526f202cfb" providerId="LiveId" clId="{54C1BDA3-DFCE-4692-AEBC-61E35A58E8A9}" dt="2024-07-16T17:04:45.029" v="716" actId="1076"/>
        <pc:sldMkLst>
          <pc:docMk/>
          <pc:sldMk cId="3939441390" sldId="272"/>
        </pc:sldMkLst>
        <pc:picChg chg="add mod">
          <ac:chgData name="Divya Balaji" userId="fd17a2526f202cfb" providerId="LiveId" clId="{54C1BDA3-DFCE-4692-AEBC-61E35A58E8A9}" dt="2024-07-16T15:45:33.391" v="244" actId="1076"/>
          <ac:picMkLst>
            <pc:docMk/>
            <pc:sldMk cId="3939441390" sldId="272"/>
            <ac:picMk id="2" creationId="{0F00F3A6-C0A7-4614-306A-872B3C7DCDB6}"/>
          </ac:picMkLst>
        </pc:picChg>
        <pc:picChg chg="add del mod">
          <ac:chgData name="Divya Balaji" userId="fd17a2526f202cfb" providerId="LiveId" clId="{54C1BDA3-DFCE-4692-AEBC-61E35A58E8A9}" dt="2024-07-16T15:45:30.713" v="243" actId="478"/>
          <ac:picMkLst>
            <pc:docMk/>
            <pc:sldMk cId="3939441390" sldId="272"/>
            <ac:picMk id="4" creationId="{685FE541-0390-A5BD-81F8-754F8CE0016B}"/>
          </ac:picMkLst>
        </pc:picChg>
        <pc:picChg chg="add mod">
          <ac:chgData name="Divya Balaji" userId="fd17a2526f202cfb" providerId="LiveId" clId="{54C1BDA3-DFCE-4692-AEBC-61E35A58E8A9}" dt="2024-07-16T17:04:45.029" v="716" actId="1076"/>
          <ac:picMkLst>
            <pc:docMk/>
            <pc:sldMk cId="3939441390" sldId="272"/>
            <ac:picMk id="5" creationId="{5C86BAF8-E29E-BF24-20EF-526D046C193E}"/>
          </ac:picMkLst>
        </pc:picChg>
      </pc:sldChg>
      <pc:sldChg chg="addSp delSp modSp new mod">
        <pc:chgData name="Divya Balaji" userId="fd17a2526f202cfb" providerId="LiveId" clId="{54C1BDA3-DFCE-4692-AEBC-61E35A58E8A9}" dt="2024-07-16T15:49:36.384" v="279" actId="1076"/>
        <pc:sldMkLst>
          <pc:docMk/>
          <pc:sldMk cId="3404209959" sldId="273"/>
        </pc:sldMkLst>
        <pc:picChg chg="add del mod">
          <ac:chgData name="Divya Balaji" userId="fd17a2526f202cfb" providerId="LiveId" clId="{54C1BDA3-DFCE-4692-AEBC-61E35A58E8A9}" dt="2024-07-16T15:46:20.912" v="250" actId="478"/>
          <ac:picMkLst>
            <pc:docMk/>
            <pc:sldMk cId="3404209959" sldId="273"/>
            <ac:picMk id="3" creationId="{39F0FEE3-297E-425A-0F31-6C1B47021F01}"/>
          </ac:picMkLst>
        </pc:picChg>
        <pc:picChg chg="add del mod">
          <ac:chgData name="Divya Balaji" userId="fd17a2526f202cfb" providerId="LiveId" clId="{54C1BDA3-DFCE-4692-AEBC-61E35A58E8A9}" dt="2024-07-16T15:48:31.764" v="271" actId="478"/>
          <ac:picMkLst>
            <pc:docMk/>
            <pc:sldMk cId="3404209959" sldId="273"/>
            <ac:picMk id="5" creationId="{28510649-F123-916F-FB1A-0465AF6FBA49}"/>
          </ac:picMkLst>
        </pc:picChg>
        <pc:picChg chg="add mod">
          <ac:chgData name="Divya Balaji" userId="fd17a2526f202cfb" providerId="LiveId" clId="{54C1BDA3-DFCE-4692-AEBC-61E35A58E8A9}" dt="2024-07-16T15:49:36.384" v="279" actId="1076"/>
          <ac:picMkLst>
            <pc:docMk/>
            <pc:sldMk cId="3404209959" sldId="273"/>
            <ac:picMk id="7" creationId="{2A98231F-AE64-5DE8-99A8-0E20F36E1443}"/>
          </ac:picMkLst>
        </pc:picChg>
        <pc:picChg chg="add mod">
          <ac:chgData name="Divya Balaji" userId="fd17a2526f202cfb" providerId="LiveId" clId="{54C1BDA3-DFCE-4692-AEBC-61E35A58E8A9}" dt="2024-07-16T15:48:34.876" v="272" actId="1076"/>
          <ac:picMkLst>
            <pc:docMk/>
            <pc:sldMk cId="3404209959" sldId="273"/>
            <ac:picMk id="9" creationId="{A2215231-E167-DC5F-24A2-4CD92B114B04}"/>
          </ac:picMkLst>
        </pc:picChg>
        <pc:picChg chg="add mod">
          <ac:chgData name="Divya Balaji" userId="fd17a2526f202cfb" providerId="LiveId" clId="{54C1BDA3-DFCE-4692-AEBC-61E35A58E8A9}" dt="2024-07-16T15:48:16.373" v="268" actId="1076"/>
          <ac:picMkLst>
            <pc:docMk/>
            <pc:sldMk cId="3404209959" sldId="273"/>
            <ac:picMk id="11" creationId="{2B960462-9941-6582-C3E1-24C584556BC9}"/>
          </ac:picMkLst>
        </pc:picChg>
        <pc:picChg chg="add mod">
          <ac:chgData name="Divya Balaji" userId="fd17a2526f202cfb" providerId="LiveId" clId="{54C1BDA3-DFCE-4692-AEBC-61E35A58E8A9}" dt="2024-07-16T15:49:34.534" v="278" actId="1076"/>
          <ac:picMkLst>
            <pc:docMk/>
            <pc:sldMk cId="3404209959" sldId="273"/>
            <ac:picMk id="13" creationId="{2EFB0AD1-EC8E-CF35-9939-898A63A2D89D}"/>
          </ac:picMkLst>
        </pc:picChg>
      </pc:sldChg>
      <pc:sldChg chg="addSp delSp modSp new mod modAnim">
        <pc:chgData name="Divya Balaji" userId="fd17a2526f202cfb" providerId="LiveId" clId="{54C1BDA3-DFCE-4692-AEBC-61E35A58E8A9}" dt="2024-07-16T17:21:13.542" v="773" actId="255"/>
        <pc:sldMkLst>
          <pc:docMk/>
          <pc:sldMk cId="2212185246" sldId="274"/>
        </pc:sldMkLst>
        <pc:spChg chg="add mod">
          <ac:chgData name="Divya Balaji" userId="fd17a2526f202cfb" providerId="LiveId" clId="{54C1BDA3-DFCE-4692-AEBC-61E35A58E8A9}" dt="2024-07-16T17:21:13.542" v="773" actId="255"/>
          <ac:spMkLst>
            <pc:docMk/>
            <pc:sldMk cId="2212185246" sldId="274"/>
            <ac:spMk id="5" creationId="{FC9E48AB-F014-DF0D-C7BE-396A132CF521}"/>
          </ac:spMkLst>
        </pc:spChg>
        <pc:picChg chg="add del mod">
          <ac:chgData name="Divya Balaji" userId="fd17a2526f202cfb" providerId="LiveId" clId="{54C1BDA3-DFCE-4692-AEBC-61E35A58E8A9}" dt="2024-07-16T17:04:49.066" v="717" actId="478"/>
          <ac:picMkLst>
            <pc:docMk/>
            <pc:sldMk cId="2212185246" sldId="274"/>
            <ac:picMk id="3" creationId="{33D8677D-974D-8F74-6A69-EC42530BFB62}"/>
          </ac:picMkLst>
        </pc:picChg>
        <pc:picChg chg="add mod">
          <ac:chgData name="Divya Balaji" userId="fd17a2526f202cfb" providerId="LiveId" clId="{54C1BDA3-DFCE-4692-AEBC-61E35A58E8A9}" dt="2024-07-16T17:20:48.127" v="743" actId="1076"/>
          <ac:picMkLst>
            <pc:docMk/>
            <pc:sldMk cId="2212185246" sldId="274"/>
            <ac:picMk id="4" creationId="{15A1F787-B0C8-5C80-6E3E-8E5EBFB40B7B}"/>
          </ac:picMkLst>
        </pc:picChg>
      </pc:sldChg>
      <pc:sldChg chg="addSp delSp modSp new mod">
        <pc:chgData name="Divya Balaji" userId="fd17a2526f202cfb" providerId="LiveId" clId="{54C1BDA3-DFCE-4692-AEBC-61E35A58E8A9}" dt="2024-07-16T16:07:18.291" v="403" actId="12"/>
        <pc:sldMkLst>
          <pc:docMk/>
          <pc:sldMk cId="3161696756" sldId="275"/>
        </pc:sldMkLst>
        <pc:spChg chg="add mod">
          <ac:chgData name="Divya Balaji" userId="fd17a2526f202cfb" providerId="LiveId" clId="{54C1BDA3-DFCE-4692-AEBC-61E35A58E8A9}" dt="2024-07-16T15:58:57.812" v="303" actId="255"/>
          <ac:spMkLst>
            <pc:docMk/>
            <pc:sldMk cId="3161696756" sldId="275"/>
            <ac:spMk id="2" creationId="{FDA62221-AF0A-5B7A-09A9-F0FA16B8AD52}"/>
          </ac:spMkLst>
        </pc:spChg>
        <pc:spChg chg="add mod">
          <ac:chgData name="Divya Balaji" userId="fd17a2526f202cfb" providerId="LiveId" clId="{54C1BDA3-DFCE-4692-AEBC-61E35A58E8A9}" dt="2024-07-16T16:07:18.291" v="403" actId="12"/>
          <ac:spMkLst>
            <pc:docMk/>
            <pc:sldMk cId="3161696756" sldId="275"/>
            <ac:spMk id="3" creationId="{65B4BB54-29E5-EE1D-C550-07DAB396EB13}"/>
          </ac:spMkLst>
        </pc:spChg>
        <pc:picChg chg="add del mod">
          <ac:chgData name="Divya Balaji" userId="fd17a2526f202cfb" providerId="LiveId" clId="{54C1BDA3-DFCE-4692-AEBC-61E35A58E8A9}" dt="2024-07-16T16:03:15.155" v="343" actId="478"/>
          <ac:picMkLst>
            <pc:docMk/>
            <pc:sldMk cId="3161696756" sldId="275"/>
            <ac:picMk id="5" creationId="{F3654BAF-1F6F-4F66-CAA9-B076EE8D9E7B}"/>
          </ac:picMkLst>
        </pc:picChg>
        <pc:picChg chg="add mod">
          <ac:chgData name="Divya Balaji" userId="fd17a2526f202cfb" providerId="LiveId" clId="{54C1BDA3-DFCE-4692-AEBC-61E35A58E8A9}" dt="2024-07-16T16:05:05.947" v="354" actId="1076"/>
          <ac:picMkLst>
            <pc:docMk/>
            <pc:sldMk cId="3161696756" sldId="275"/>
            <ac:picMk id="7" creationId="{93B3A4F7-C8C9-2120-2836-C539C67C648A}"/>
          </ac:picMkLst>
        </pc:picChg>
        <pc:picChg chg="add mod">
          <ac:chgData name="Divya Balaji" userId="fd17a2526f202cfb" providerId="LiveId" clId="{54C1BDA3-DFCE-4692-AEBC-61E35A58E8A9}" dt="2024-07-16T16:05:08.148" v="355" actId="1076"/>
          <ac:picMkLst>
            <pc:docMk/>
            <pc:sldMk cId="3161696756" sldId="275"/>
            <ac:picMk id="9" creationId="{CC8FD8AE-7571-2ECE-85EE-FE571F221B34}"/>
          </ac:picMkLst>
        </pc:picChg>
        <pc:picChg chg="add mod">
          <ac:chgData name="Divya Balaji" userId="fd17a2526f202cfb" providerId="LiveId" clId="{54C1BDA3-DFCE-4692-AEBC-61E35A58E8A9}" dt="2024-07-16T16:05:10.149" v="356" actId="1076"/>
          <ac:picMkLst>
            <pc:docMk/>
            <pc:sldMk cId="3161696756" sldId="275"/>
            <ac:picMk id="11" creationId="{0B876D97-7F48-8E34-DA33-6CFA49286BE3}"/>
          </ac:picMkLst>
        </pc:picChg>
        <pc:picChg chg="add mod">
          <ac:chgData name="Divya Balaji" userId="fd17a2526f202cfb" providerId="LiveId" clId="{54C1BDA3-DFCE-4692-AEBC-61E35A58E8A9}" dt="2024-07-16T16:05:17.543" v="359" actId="1076"/>
          <ac:picMkLst>
            <pc:docMk/>
            <pc:sldMk cId="3161696756" sldId="275"/>
            <ac:picMk id="13" creationId="{4C95027F-C6BB-E457-D7A6-0D3BA22F075E}"/>
          </ac:picMkLst>
        </pc:picChg>
        <pc:picChg chg="add mod">
          <ac:chgData name="Divya Balaji" userId="fd17a2526f202cfb" providerId="LiveId" clId="{54C1BDA3-DFCE-4692-AEBC-61E35A58E8A9}" dt="2024-07-16T16:06:02.179" v="368" actId="1076"/>
          <ac:picMkLst>
            <pc:docMk/>
            <pc:sldMk cId="3161696756" sldId="275"/>
            <ac:picMk id="15" creationId="{3EB6226E-5B1D-CA8C-17D5-930353AE42A8}"/>
          </ac:picMkLst>
        </pc:picChg>
      </pc:sldChg>
      <pc:sldChg chg="addSp delSp modSp new mod">
        <pc:chgData name="Divya Balaji" userId="fd17a2526f202cfb" providerId="LiveId" clId="{54C1BDA3-DFCE-4692-AEBC-61E35A58E8A9}" dt="2024-07-16T17:17:04.687" v="728" actId="1076"/>
        <pc:sldMkLst>
          <pc:docMk/>
          <pc:sldMk cId="2614015166" sldId="276"/>
        </pc:sldMkLst>
        <pc:spChg chg="add mod">
          <ac:chgData name="Divya Balaji" userId="fd17a2526f202cfb" providerId="LiveId" clId="{54C1BDA3-DFCE-4692-AEBC-61E35A58E8A9}" dt="2024-07-16T16:07:08.893" v="401" actId="12"/>
          <ac:spMkLst>
            <pc:docMk/>
            <pc:sldMk cId="2614015166" sldId="276"/>
            <ac:spMk id="2" creationId="{3AC3CC09-5BA6-13AD-D1C2-88F200BCE323}"/>
          </ac:spMkLst>
        </pc:spChg>
        <pc:picChg chg="add del mod">
          <ac:chgData name="Divya Balaji" userId="fd17a2526f202cfb" providerId="LiveId" clId="{54C1BDA3-DFCE-4692-AEBC-61E35A58E8A9}" dt="2024-07-16T17:14:58.725" v="720" actId="478"/>
          <ac:picMkLst>
            <pc:docMk/>
            <pc:sldMk cId="2614015166" sldId="276"/>
            <ac:picMk id="4" creationId="{341100E0-99D6-63A6-C369-D390A966FFBD}"/>
          </ac:picMkLst>
        </pc:picChg>
        <pc:picChg chg="add del mod">
          <ac:chgData name="Divya Balaji" userId="fd17a2526f202cfb" providerId="LiveId" clId="{54C1BDA3-DFCE-4692-AEBC-61E35A58E8A9}" dt="2024-07-16T17:14:28.554" v="718" actId="478"/>
          <ac:picMkLst>
            <pc:docMk/>
            <pc:sldMk cId="2614015166" sldId="276"/>
            <ac:picMk id="6" creationId="{3ABA2447-E9B9-CE43-B5F1-68D8B87D97AF}"/>
          </ac:picMkLst>
        </pc:picChg>
        <pc:picChg chg="add del mod">
          <ac:chgData name="Divya Balaji" userId="fd17a2526f202cfb" providerId="LiveId" clId="{54C1BDA3-DFCE-4692-AEBC-61E35A58E8A9}" dt="2024-07-16T17:14:30.224" v="719" actId="478"/>
          <ac:picMkLst>
            <pc:docMk/>
            <pc:sldMk cId="2614015166" sldId="276"/>
            <ac:picMk id="8" creationId="{F03F8111-AFA7-135D-68F7-A00377CA0E8D}"/>
          </ac:picMkLst>
        </pc:picChg>
        <pc:picChg chg="add mod">
          <ac:chgData name="Divya Balaji" userId="fd17a2526f202cfb" providerId="LiveId" clId="{54C1BDA3-DFCE-4692-AEBC-61E35A58E8A9}" dt="2024-07-16T17:17:04.687" v="728" actId="1076"/>
          <ac:picMkLst>
            <pc:docMk/>
            <pc:sldMk cId="2614015166" sldId="276"/>
            <ac:picMk id="10" creationId="{A9A68459-8E2A-81FB-3379-DEDB0908568E}"/>
          </ac:picMkLst>
        </pc:picChg>
        <pc:picChg chg="add mod">
          <ac:chgData name="Divya Balaji" userId="fd17a2526f202cfb" providerId="LiveId" clId="{54C1BDA3-DFCE-4692-AEBC-61E35A58E8A9}" dt="2024-07-16T17:15:05.859" v="723" actId="1076"/>
          <ac:picMkLst>
            <pc:docMk/>
            <pc:sldMk cId="2614015166" sldId="276"/>
            <ac:picMk id="12" creationId="{137B5707-89C0-FBFA-1123-18B4D76CD845}"/>
          </ac:picMkLst>
        </pc:picChg>
        <pc:picChg chg="add mod">
          <ac:chgData name="Divya Balaji" userId="fd17a2526f202cfb" providerId="LiveId" clId="{54C1BDA3-DFCE-4692-AEBC-61E35A58E8A9}" dt="2024-07-16T17:16:28.765" v="725" actId="1076"/>
          <ac:picMkLst>
            <pc:docMk/>
            <pc:sldMk cId="2614015166" sldId="276"/>
            <ac:picMk id="14" creationId="{B4D215D9-52E4-E584-A5AF-B309DCF4F5AA}"/>
          </ac:picMkLst>
        </pc:picChg>
        <pc:picChg chg="add mod">
          <ac:chgData name="Divya Balaji" userId="fd17a2526f202cfb" providerId="LiveId" clId="{54C1BDA3-DFCE-4692-AEBC-61E35A58E8A9}" dt="2024-07-16T17:16:58.959" v="727" actId="1076"/>
          <ac:picMkLst>
            <pc:docMk/>
            <pc:sldMk cId="2614015166" sldId="276"/>
            <ac:picMk id="16" creationId="{B8C994A7-B0D6-7D85-60D0-AB0798EBB12D}"/>
          </ac:picMkLst>
        </pc:picChg>
      </pc:sldChg>
      <pc:sldChg chg="addSp modSp new mod">
        <pc:chgData name="Divya Balaji" userId="fd17a2526f202cfb" providerId="LiveId" clId="{54C1BDA3-DFCE-4692-AEBC-61E35A58E8A9}" dt="2024-07-16T16:17:07.355" v="464" actId="1076"/>
        <pc:sldMkLst>
          <pc:docMk/>
          <pc:sldMk cId="2315241359" sldId="277"/>
        </pc:sldMkLst>
        <pc:spChg chg="add mod">
          <ac:chgData name="Divya Balaji" userId="fd17a2526f202cfb" providerId="LiveId" clId="{54C1BDA3-DFCE-4692-AEBC-61E35A58E8A9}" dt="2024-07-16T16:12:41.096" v="444" actId="12"/>
          <ac:spMkLst>
            <pc:docMk/>
            <pc:sldMk cId="2315241359" sldId="277"/>
            <ac:spMk id="2" creationId="{BB7C70E6-3297-8D78-EE0F-13D2E55D71F0}"/>
          </ac:spMkLst>
        </pc:spChg>
        <pc:picChg chg="add mod">
          <ac:chgData name="Divya Balaji" userId="fd17a2526f202cfb" providerId="LiveId" clId="{54C1BDA3-DFCE-4692-AEBC-61E35A58E8A9}" dt="2024-07-16T16:17:07.355" v="464" actId="1076"/>
          <ac:picMkLst>
            <pc:docMk/>
            <pc:sldMk cId="2315241359" sldId="277"/>
            <ac:picMk id="3" creationId="{B1BAA41E-2A29-0172-9516-D63827B7FCFE}"/>
          </ac:picMkLst>
        </pc:picChg>
        <pc:picChg chg="add mod">
          <ac:chgData name="Divya Balaji" userId="fd17a2526f202cfb" providerId="LiveId" clId="{54C1BDA3-DFCE-4692-AEBC-61E35A58E8A9}" dt="2024-07-16T16:17:05.660" v="463" actId="1076"/>
          <ac:picMkLst>
            <pc:docMk/>
            <pc:sldMk cId="2315241359" sldId="277"/>
            <ac:picMk id="5" creationId="{A6DB0B10-BFAA-C5BC-8E4D-FCA492D1AA88}"/>
          </ac:picMkLst>
        </pc:picChg>
        <pc:picChg chg="add mod">
          <ac:chgData name="Divya Balaji" userId="fd17a2526f202cfb" providerId="LiveId" clId="{54C1BDA3-DFCE-4692-AEBC-61E35A58E8A9}" dt="2024-07-16T16:17:04.013" v="462" actId="1076"/>
          <ac:picMkLst>
            <pc:docMk/>
            <pc:sldMk cId="2315241359" sldId="277"/>
            <ac:picMk id="7" creationId="{76E40F55-3568-F549-17FD-D0C29A4C4E74}"/>
          </ac:picMkLst>
        </pc:picChg>
        <pc:picChg chg="add mod">
          <ac:chgData name="Divya Balaji" userId="fd17a2526f202cfb" providerId="LiveId" clId="{54C1BDA3-DFCE-4692-AEBC-61E35A58E8A9}" dt="2024-07-16T16:16:59.928" v="461" actId="1076"/>
          <ac:picMkLst>
            <pc:docMk/>
            <pc:sldMk cId="2315241359" sldId="277"/>
            <ac:picMk id="9" creationId="{0FFE88CA-62D9-D1F4-3115-1B04BA606946}"/>
          </ac:picMkLst>
        </pc:picChg>
      </pc:sldChg>
      <pc:sldChg chg="addSp modSp new mod">
        <pc:chgData name="Divya Balaji" userId="fd17a2526f202cfb" providerId="LiveId" clId="{54C1BDA3-DFCE-4692-AEBC-61E35A58E8A9}" dt="2024-07-16T16:20:22.208" v="503" actId="1076"/>
        <pc:sldMkLst>
          <pc:docMk/>
          <pc:sldMk cId="2891148369" sldId="278"/>
        </pc:sldMkLst>
        <pc:spChg chg="add mod">
          <ac:chgData name="Divya Balaji" userId="fd17a2526f202cfb" providerId="LiveId" clId="{54C1BDA3-DFCE-4692-AEBC-61E35A58E8A9}" dt="2024-07-16T16:18:36.971" v="491" actId="12"/>
          <ac:spMkLst>
            <pc:docMk/>
            <pc:sldMk cId="2891148369" sldId="278"/>
            <ac:spMk id="2" creationId="{B29F17DC-CA39-FF2B-BE11-58BF27154444}"/>
          </ac:spMkLst>
        </pc:spChg>
        <pc:picChg chg="add mod">
          <ac:chgData name="Divya Balaji" userId="fd17a2526f202cfb" providerId="LiveId" clId="{54C1BDA3-DFCE-4692-AEBC-61E35A58E8A9}" dt="2024-07-16T16:20:14.191" v="501" actId="1076"/>
          <ac:picMkLst>
            <pc:docMk/>
            <pc:sldMk cId="2891148369" sldId="278"/>
            <ac:picMk id="4" creationId="{305E306E-A18E-2C4A-079B-58F1C58AEA00}"/>
          </ac:picMkLst>
        </pc:picChg>
        <pc:picChg chg="add mod">
          <ac:chgData name="Divya Balaji" userId="fd17a2526f202cfb" providerId="LiveId" clId="{54C1BDA3-DFCE-4692-AEBC-61E35A58E8A9}" dt="2024-07-16T16:20:16.003" v="502" actId="1076"/>
          <ac:picMkLst>
            <pc:docMk/>
            <pc:sldMk cId="2891148369" sldId="278"/>
            <ac:picMk id="6" creationId="{675F7340-7DCB-2944-3834-E45FEA4883B5}"/>
          </ac:picMkLst>
        </pc:picChg>
        <pc:picChg chg="add mod">
          <ac:chgData name="Divya Balaji" userId="fd17a2526f202cfb" providerId="LiveId" clId="{54C1BDA3-DFCE-4692-AEBC-61E35A58E8A9}" dt="2024-07-16T16:20:22.208" v="503" actId="1076"/>
          <ac:picMkLst>
            <pc:docMk/>
            <pc:sldMk cId="2891148369" sldId="278"/>
            <ac:picMk id="8" creationId="{7EA7C7FE-E81E-CCAD-89C9-EFE6B8D7CDB9}"/>
          </ac:picMkLst>
        </pc:picChg>
      </pc:sldChg>
      <pc:sldChg chg="addSp modSp new mod">
        <pc:chgData name="Divya Balaji" userId="fd17a2526f202cfb" providerId="LiveId" clId="{54C1BDA3-DFCE-4692-AEBC-61E35A58E8A9}" dt="2024-07-16T16:22:00.172" v="540" actId="1076"/>
        <pc:sldMkLst>
          <pc:docMk/>
          <pc:sldMk cId="2256687985" sldId="279"/>
        </pc:sldMkLst>
        <pc:spChg chg="add mod">
          <ac:chgData name="Divya Balaji" userId="fd17a2526f202cfb" providerId="LiveId" clId="{54C1BDA3-DFCE-4692-AEBC-61E35A58E8A9}" dt="2024-07-16T16:20:55.200" v="534" actId="12"/>
          <ac:spMkLst>
            <pc:docMk/>
            <pc:sldMk cId="2256687985" sldId="279"/>
            <ac:spMk id="2" creationId="{8140607A-847F-419D-9BA7-9D99180DD169}"/>
          </ac:spMkLst>
        </pc:spChg>
        <pc:picChg chg="add mod">
          <ac:chgData name="Divya Balaji" userId="fd17a2526f202cfb" providerId="LiveId" clId="{54C1BDA3-DFCE-4692-AEBC-61E35A58E8A9}" dt="2024-07-16T16:21:19.603" v="536" actId="1076"/>
          <ac:picMkLst>
            <pc:docMk/>
            <pc:sldMk cId="2256687985" sldId="279"/>
            <ac:picMk id="4" creationId="{10C89EB0-AD1B-4B65-A554-073DE631DDD3}"/>
          </ac:picMkLst>
        </pc:picChg>
        <pc:picChg chg="add mod">
          <ac:chgData name="Divya Balaji" userId="fd17a2526f202cfb" providerId="LiveId" clId="{54C1BDA3-DFCE-4692-AEBC-61E35A58E8A9}" dt="2024-07-16T16:21:39.929" v="538" actId="1076"/>
          <ac:picMkLst>
            <pc:docMk/>
            <pc:sldMk cId="2256687985" sldId="279"/>
            <ac:picMk id="6" creationId="{43944EC7-15D9-8A61-EEDC-0577C3F1E368}"/>
          </ac:picMkLst>
        </pc:picChg>
        <pc:picChg chg="add mod">
          <ac:chgData name="Divya Balaji" userId="fd17a2526f202cfb" providerId="LiveId" clId="{54C1BDA3-DFCE-4692-AEBC-61E35A58E8A9}" dt="2024-07-16T16:22:00.172" v="540" actId="1076"/>
          <ac:picMkLst>
            <pc:docMk/>
            <pc:sldMk cId="2256687985" sldId="279"/>
            <ac:picMk id="8" creationId="{52D6B764-AFF7-6969-93C3-741CF20D2A8A}"/>
          </ac:picMkLst>
        </pc:picChg>
      </pc:sldChg>
      <pc:sldChg chg="addSp delSp modSp new mod">
        <pc:chgData name="Divya Balaji" userId="fd17a2526f202cfb" providerId="LiveId" clId="{54C1BDA3-DFCE-4692-AEBC-61E35A58E8A9}" dt="2024-07-16T17:19:15.730" v="738" actId="1076"/>
        <pc:sldMkLst>
          <pc:docMk/>
          <pc:sldMk cId="1515016220" sldId="280"/>
        </pc:sldMkLst>
        <pc:spChg chg="add mod">
          <ac:chgData name="Divya Balaji" userId="fd17a2526f202cfb" providerId="LiveId" clId="{54C1BDA3-DFCE-4692-AEBC-61E35A58E8A9}" dt="2024-07-16T16:36:10.948" v="552" actId="12"/>
          <ac:spMkLst>
            <pc:docMk/>
            <pc:sldMk cId="1515016220" sldId="280"/>
            <ac:spMk id="2" creationId="{B2E96C3A-6ADA-3D6F-29F9-45B25A3EEE5F}"/>
          </ac:spMkLst>
        </pc:spChg>
        <pc:picChg chg="add del mod">
          <ac:chgData name="Divya Balaji" userId="fd17a2526f202cfb" providerId="LiveId" clId="{54C1BDA3-DFCE-4692-AEBC-61E35A58E8A9}" dt="2024-07-16T17:18:00.677" v="729" actId="478"/>
          <ac:picMkLst>
            <pc:docMk/>
            <pc:sldMk cId="1515016220" sldId="280"/>
            <ac:picMk id="4" creationId="{50A51FCD-BBF8-3B60-0175-6A5671486D1A}"/>
          </ac:picMkLst>
        </pc:picChg>
        <pc:picChg chg="add del mod">
          <ac:chgData name="Divya Balaji" userId="fd17a2526f202cfb" providerId="LiveId" clId="{54C1BDA3-DFCE-4692-AEBC-61E35A58E8A9}" dt="2024-07-16T17:18:02.239" v="730" actId="478"/>
          <ac:picMkLst>
            <pc:docMk/>
            <pc:sldMk cId="1515016220" sldId="280"/>
            <ac:picMk id="6" creationId="{F8A9AC8A-B3D5-C67D-29A4-4F288744EEB7}"/>
          </ac:picMkLst>
        </pc:picChg>
        <pc:picChg chg="add mod">
          <ac:chgData name="Divya Balaji" userId="fd17a2526f202cfb" providerId="LiveId" clId="{54C1BDA3-DFCE-4692-AEBC-61E35A58E8A9}" dt="2024-07-16T16:37:20.177" v="559" actId="14100"/>
          <ac:picMkLst>
            <pc:docMk/>
            <pc:sldMk cId="1515016220" sldId="280"/>
            <ac:picMk id="8" creationId="{B6F849A4-E476-8799-42E1-6F5E7C5790B4}"/>
          </ac:picMkLst>
        </pc:picChg>
        <pc:picChg chg="add mod">
          <ac:chgData name="Divya Balaji" userId="fd17a2526f202cfb" providerId="LiveId" clId="{54C1BDA3-DFCE-4692-AEBC-61E35A58E8A9}" dt="2024-07-16T17:18:11.171" v="733" actId="1076"/>
          <ac:picMkLst>
            <pc:docMk/>
            <pc:sldMk cId="1515016220" sldId="280"/>
            <ac:picMk id="10" creationId="{A0158395-3A7C-9040-9796-91CFC28FC54D}"/>
          </ac:picMkLst>
        </pc:picChg>
        <pc:picChg chg="add mod">
          <ac:chgData name="Divya Balaji" userId="fd17a2526f202cfb" providerId="LiveId" clId="{54C1BDA3-DFCE-4692-AEBC-61E35A58E8A9}" dt="2024-07-16T17:19:12.051" v="737" actId="1076"/>
          <ac:picMkLst>
            <pc:docMk/>
            <pc:sldMk cId="1515016220" sldId="280"/>
            <ac:picMk id="12" creationId="{2C0E8E65-6D58-25E1-CBCA-49D023851D5B}"/>
          </ac:picMkLst>
        </pc:picChg>
        <pc:picChg chg="add mod">
          <ac:chgData name="Divya Balaji" userId="fd17a2526f202cfb" providerId="LiveId" clId="{54C1BDA3-DFCE-4692-AEBC-61E35A58E8A9}" dt="2024-07-16T17:19:15.730" v="738" actId="1076"/>
          <ac:picMkLst>
            <pc:docMk/>
            <pc:sldMk cId="1515016220" sldId="280"/>
            <ac:picMk id="14" creationId="{B6013CDB-F7C7-21C2-B00B-3A5DCF30FD1F}"/>
          </ac:picMkLst>
        </pc:picChg>
      </pc:sldChg>
      <pc:sldChg chg="addSp modSp new mod">
        <pc:chgData name="Divya Balaji" userId="fd17a2526f202cfb" providerId="LiveId" clId="{54C1BDA3-DFCE-4692-AEBC-61E35A58E8A9}" dt="2024-07-16T16:51:34.815" v="598" actId="1076"/>
        <pc:sldMkLst>
          <pc:docMk/>
          <pc:sldMk cId="2964506298" sldId="281"/>
        </pc:sldMkLst>
        <pc:spChg chg="add mod">
          <ac:chgData name="Divya Balaji" userId="fd17a2526f202cfb" providerId="LiveId" clId="{54C1BDA3-DFCE-4692-AEBC-61E35A58E8A9}" dt="2024-07-16T16:50:15.581" v="590" actId="12"/>
          <ac:spMkLst>
            <pc:docMk/>
            <pc:sldMk cId="2964506298" sldId="281"/>
            <ac:spMk id="2" creationId="{B267CB4E-3813-745F-9A48-FCE5BC912AB5}"/>
          </ac:spMkLst>
        </pc:spChg>
        <pc:picChg chg="add mod">
          <ac:chgData name="Divya Balaji" userId="fd17a2526f202cfb" providerId="LiveId" clId="{54C1BDA3-DFCE-4692-AEBC-61E35A58E8A9}" dt="2024-07-16T16:50:44.620" v="593" actId="1076"/>
          <ac:picMkLst>
            <pc:docMk/>
            <pc:sldMk cId="2964506298" sldId="281"/>
            <ac:picMk id="4" creationId="{65A68663-82B8-633C-7222-6861145BB5FD}"/>
          </ac:picMkLst>
        </pc:picChg>
        <pc:picChg chg="add mod">
          <ac:chgData name="Divya Balaji" userId="fd17a2526f202cfb" providerId="LiveId" clId="{54C1BDA3-DFCE-4692-AEBC-61E35A58E8A9}" dt="2024-07-16T16:51:12.539" v="595" actId="1076"/>
          <ac:picMkLst>
            <pc:docMk/>
            <pc:sldMk cId="2964506298" sldId="281"/>
            <ac:picMk id="6" creationId="{3586B91C-A4F9-16CD-65B3-CFB0528D2B0D}"/>
          </ac:picMkLst>
        </pc:picChg>
        <pc:picChg chg="add mod">
          <ac:chgData name="Divya Balaji" userId="fd17a2526f202cfb" providerId="LiveId" clId="{54C1BDA3-DFCE-4692-AEBC-61E35A58E8A9}" dt="2024-07-16T16:51:34.815" v="598" actId="1076"/>
          <ac:picMkLst>
            <pc:docMk/>
            <pc:sldMk cId="2964506298" sldId="281"/>
            <ac:picMk id="8" creationId="{831387AF-8445-F15F-0C07-AD84AB215B67}"/>
          </ac:picMkLst>
        </pc:picChg>
      </pc:sldChg>
      <pc:sldChg chg="addSp modSp new mod">
        <pc:chgData name="Divya Balaji" userId="fd17a2526f202cfb" providerId="LiveId" clId="{54C1BDA3-DFCE-4692-AEBC-61E35A58E8A9}" dt="2024-07-16T16:54:09.451" v="656" actId="1076"/>
        <pc:sldMkLst>
          <pc:docMk/>
          <pc:sldMk cId="126459211" sldId="282"/>
        </pc:sldMkLst>
        <pc:spChg chg="add mod">
          <ac:chgData name="Divya Balaji" userId="fd17a2526f202cfb" providerId="LiveId" clId="{54C1BDA3-DFCE-4692-AEBC-61E35A58E8A9}" dt="2024-07-16T16:52:35.301" v="647" actId="12"/>
          <ac:spMkLst>
            <pc:docMk/>
            <pc:sldMk cId="126459211" sldId="282"/>
            <ac:spMk id="2" creationId="{1A198D1B-21F0-513E-B8A8-C01892358195}"/>
          </ac:spMkLst>
        </pc:spChg>
        <pc:picChg chg="add mod">
          <ac:chgData name="Divya Balaji" userId="fd17a2526f202cfb" providerId="LiveId" clId="{54C1BDA3-DFCE-4692-AEBC-61E35A58E8A9}" dt="2024-07-16T16:54:09.451" v="656" actId="1076"/>
          <ac:picMkLst>
            <pc:docMk/>
            <pc:sldMk cId="126459211" sldId="282"/>
            <ac:picMk id="4" creationId="{27274DA0-179E-9B63-35F5-E489A1C4BEB3}"/>
          </ac:picMkLst>
        </pc:picChg>
        <pc:picChg chg="add mod">
          <ac:chgData name="Divya Balaji" userId="fd17a2526f202cfb" providerId="LiveId" clId="{54C1BDA3-DFCE-4692-AEBC-61E35A58E8A9}" dt="2024-07-16T16:53:31.207" v="651" actId="1076"/>
          <ac:picMkLst>
            <pc:docMk/>
            <pc:sldMk cId="126459211" sldId="282"/>
            <ac:picMk id="6" creationId="{41DD7DE5-D574-BE0F-E41C-F102056F85D4}"/>
          </ac:picMkLst>
        </pc:picChg>
        <pc:picChg chg="add mod">
          <ac:chgData name="Divya Balaji" userId="fd17a2526f202cfb" providerId="LiveId" clId="{54C1BDA3-DFCE-4692-AEBC-61E35A58E8A9}" dt="2024-07-16T16:54:07.429" v="655" actId="1076"/>
          <ac:picMkLst>
            <pc:docMk/>
            <pc:sldMk cId="126459211" sldId="282"/>
            <ac:picMk id="8" creationId="{8F7FD462-B557-8D02-D269-95041775E988}"/>
          </ac:picMkLst>
        </pc:picChg>
      </pc:sldChg>
      <pc:sldChg chg="addSp modSp new mod">
        <pc:chgData name="Divya Balaji" userId="fd17a2526f202cfb" providerId="LiveId" clId="{54C1BDA3-DFCE-4692-AEBC-61E35A58E8A9}" dt="2024-07-16T16:57:55.235" v="684" actId="1076"/>
        <pc:sldMkLst>
          <pc:docMk/>
          <pc:sldMk cId="1101049479" sldId="283"/>
        </pc:sldMkLst>
        <pc:spChg chg="add mod">
          <ac:chgData name="Divya Balaji" userId="fd17a2526f202cfb" providerId="LiveId" clId="{54C1BDA3-DFCE-4692-AEBC-61E35A58E8A9}" dt="2024-07-16T16:56:58.096" v="677" actId="12"/>
          <ac:spMkLst>
            <pc:docMk/>
            <pc:sldMk cId="1101049479" sldId="283"/>
            <ac:spMk id="2" creationId="{BE5DAF2B-C783-1E62-BF5B-979D93A4FB35}"/>
          </ac:spMkLst>
        </pc:spChg>
        <pc:picChg chg="add mod">
          <ac:chgData name="Divya Balaji" userId="fd17a2526f202cfb" providerId="LiveId" clId="{54C1BDA3-DFCE-4692-AEBC-61E35A58E8A9}" dt="2024-07-16T16:57:52.052" v="683" actId="14100"/>
          <ac:picMkLst>
            <pc:docMk/>
            <pc:sldMk cId="1101049479" sldId="283"/>
            <ac:picMk id="4" creationId="{68316376-B964-2438-4DA1-94365330FA38}"/>
          </ac:picMkLst>
        </pc:picChg>
        <pc:picChg chg="add mod">
          <ac:chgData name="Divya Balaji" userId="fd17a2526f202cfb" providerId="LiveId" clId="{54C1BDA3-DFCE-4692-AEBC-61E35A58E8A9}" dt="2024-07-16T16:57:55.235" v="684" actId="1076"/>
          <ac:picMkLst>
            <pc:docMk/>
            <pc:sldMk cId="1101049479" sldId="283"/>
            <ac:picMk id="6" creationId="{913E513F-AF7E-C2EC-CC62-2082338D2DD0}"/>
          </ac:picMkLst>
        </pc:picChg>
      </pc:sldChg>
      <pc:sldChg chg="addSp modSp new mod">
        <pc:chgData name="Divya Balaji" userId="fd17a2526f202cfb" providerId="LiveId" clId="{54C1BDA3-DFCE-4692-AEBC-61E35A58E8A9}" dt="2024-07-16T16:59:00.370" v="690" actId="1076"/>
        <pc:sldMkLst>
          <pc:docMk/>
          <pc:sldMk cId="3579008294" sldId="284"/>
        </pc:sldMkLst>
        <pc:picChg chg="add mod">
          <ac:chgData name="Divya Balaji" userId="fd17a2526f202cfb" providerId="LiveId" clId="{54C1BDA3-DFCE-4692-AEBC-61E35A58E8A9}" dt="2024-07-16T16:58:36.767" v="687" actId="1076"/>
          <ac:picMkLst>
            <pc:docMk/>
            <pc:sldMk cId="3579008294" sldId="284"/>
            <ac:picMk id="3" creationId="{F58538CD-E1DE-C4BC-A3CF-2A100772C752}"/>
          </ac:picMkLst>
        </pc:picChg>
        <pc:picChg chg="add mod">
          <ac:chgData name="Divya Balaji" userId="fd17a2526f202cfb" providerId="LiveId" clId="{54C1BDA3-DFCE-4692-AEBC-61E35A58E8A9}" dt="2024-07-16T16:59:00.370" v="690" actId="1076"/>
          <ac:picMkLst>
            <pc:docMk/>
            <pc:sldMk cId="3579008294" sldId="284"/>
            <ac:picMk id="5" creationId="{B689A4BD-8177-9C19-0B44-44D8C9C231C6}"/>
          </ac:picMkLst>
        </pc:picChg>
      </pc:sldChg>
      <pc:sldChg chg="addSp modSp new mod">
        <pc:chgData name="Divya Balaji" userId="fd17a2526f202cfb" providerId="LiveId" clId="{54C1BDA3-DFCE-4692-AEBC-61E35A58E8A9}" dt="2024-07-16T17:03:57.433" v="712" actId="1076"/>
        <pc:sldMkLst>
          <pc:docMk/>
          <pc:sldMk cId="2581001924" sldId="285"/>
        </pc:sldMkLst>
        <pc:picChg chg="add mod">
          <ac:chgData name="Divya Balaji" userId="fd17a2526f202cfb" providerId="LiveId" clId="{54C1BDA3-DFCE-4692-AEBC-61E35A58E8A9}" dt="2024-07-16T17:03:57.433" v="712" actId="1076"/>
          <ac:picMkLst>
            <pc:docMk/>
            <pc:sldMk cId="2581001924" sldId="285"/>
            <ac:picMk id="3" creationId="{C9D926C7-8392-48F2-2D01-CBC30EBE0A33}"/>
          </ac:picMkLst>
        </pc:picChg>
        <pc:picChg chg="add mod">
          <ac:chgData name="Divya Balaji" userId="fd17a2526f202cfb" providerId="LiveId" clId="{54C1BDA3-DFCE-4692-AEBC-61E35A58E8A9}" dt="2024-07-16T17:03:48.292" v="709" actId="1076"/>
          <ac:picMkLst>
            <pc:docMk/>
            <pc:sldMk cId="2581001924" sldId="285"/>
            <ac:picMk id="5" creationId="{70B206E3-CE55-1FB5-B508-B749326E40BE}"/>
          </ac:picMkLst>
        </pc:picChg>
        <pc:picChg chg="add mod">
          <ac:chgData name="Divya Balaji" userId="fd17a2526f202cfb" providerId="LiveId" clId="{54C1BDA3-DFCE-4692-AEBC-61E35A58E8A9}" dt="2024-07-16T17:03:54.007" v="711" actId="1076"/>
          <ac:picMkLst>
            <pc:docMk/>
            <pc:sldMk cId="2581001924" sldId="285"/>
            <ac:picMk id="7" creationId="{A6E7DBEC-AA93-FBEC-0997-B302504B2526}"/>
          </ac:picMkLst>
        </pc:picChg>
      </pc:sldChg>
    </pc:docChg>
  </pc:docChgLst>
  <pc:docChgLst>
    <pc:chgData name="Divya Balaji" userId="fd17a2526f202cfb" providerId="LiveId" clId="{7D90BB01-33FD-492D-8C9F-0C94AC50138B}"/>
    <pc:docChg chg="undo custSel addSld modSld sldOrd modMainMaster">
      <pc:chgData name="Divya Balaji" userId="fd17a2526f202cfb" providerId="LiveId" clId="{7D90BB01-33FD-492D-8C9F-0C94AC50138B}" dt="2024-08-06T18:31:27.161" v="3312" actId="680"/>
      <pc:docMkLst>
        <pc:docMk/>
      </pc:docMkLst>
      <pc:sldChg chg="setBg">
        <pc:chgData name="Divya Balaji" userId="fd17a2526f202cfb" providerId="LiveId" clId="{7D90BB01-33FD-492D-8C9F-0C94AC50138B}" dt="2024-08-06T14:46:33.490" v="50"/>
        <pc:sldMkLst>
          <pc:docMk/>
          <pc:sldMk cId="0" sldId="256"/>
        </pc:sldMkLst>
      </pc:sldChg>
      <pc:sldChg chg="modSp mod">
        <pc:chgData name="Divya Balaji" userId="fd17a2526f202cfb" providerId="LiveId" clId="{7D90BB01-33FD-492D-8C9F-0C94AC50138B}" dt="2024-08-06T14:46:08.225" v="44"/>
        <pc:sldMkLst>
          <pc:docMk/>
          <pc:sldMk cId="0" sldId="257"/>
        </pc:sldMkLst>
        <pc:spChg chg="mod">
          <ac:chgData name="Divya Balaji" userId="fd17a2526f202cfb" providerId="LiveId" clId="{7D90BB01-33FD-492D-8C9F-0C94AC50138B}" dt="2024-08-06T14:46:08.225" v="44"/>
          <ac:spMkLst>
            <pc:docMk/>
            <pc:sldMk cId="0" sldId="257"/>
            <ac:spMk id="3" creationId="{00000000-0000-0000-0000-000000000000}"/>
          </ac:spMkLst>
        </pc:spChg>
      </pc:sldChg>
      <pc:sldChg chg="modSp mod">
        <pc:chgData name="Divya Balaji" userId="fd17a2526f202cfb" providerId="LiveId" clId="{7D90BB01-33FD-492D-8C9F-0C94AC50138B}" dt="2024-08-06T14:47:32.945" v="53" actId="1076"/>
        <pc:sldMkLst>
          <pc:docMk/>
          <pc:sldMk cId="0" sldId="258"/>
        </pc:sldMkLst>
        <pc:spChg chg="mod">
          <ac:chgData name="Divya Balaji" userId="fd17a2526f202cfb" providerId="LiveId" clId="{7D90BB01-33FD-492D-8C9F-0C94AC50138B}" dt="2024-08-06T14:47:32.945" v="53" actId="1076"/>
          <ac:spMkLst>
            <pc:docMk/>
            <pc:sldMk cId="0" sldId="258"/>
            <ac:spMk id="2" creationId="{00000000-0000-0000-0000-000000000000}"/>
          </ac:spMkLst>
        </pc:spChg>
        <pc:spChg chg="mod">
          <ac:chgData name="Divya Balaji" userId="fd17a2526f202cfb" providerId="LiveId" clId="{7D90BB01-33FD-492D-8C9F-0C94AC50138B}" dt="2024-08-06T14:46:37.279" v="51"/>
          <ac:spMkLst>
            <pc:docMk/>
            <pc:sldMk cId="0" sldId="258"/>
            <ac:spMk id="3" creationId="{00000000-0000-0000-0000-000000000000}"/>
          </ac:spMkLst>
        </pc:spChg>
        <pc:spChg chg="mod">
          <ac:chgData name="Divya Balaji" userId="fd17a2526f202cfb" providerId="LiveId" clId="{7D90BB01-33FD-492D-8C9F-0C94AC50138B}" dt="2024-08-06T14:46:37.279" v="51"/>
          <ac:spMkLst>
            <pc:docMk/>
            <pc:sldMk cId="0" sldId="258"/>
            <ac:spMk id="4" creationId="{00000000-0000-0000-0000-000000000000}"/>
          </ac:spMkLst>
        </pc:spChg>
      </pc:sldChg>
      <pc:sldChg chg="modSp mod">
        <pc:chgData name="Divya Balaji" userId="fd17a2526f202cfb" providerId="LiveId" clId="{7D90BB01-33FD-492D-8C9F-0C94AC50138B}" dt="2024-08-06T16:19:35.548" v="806" actId="27636"/>
        <pc:sldMkLst>
          <pc:docMk/>
          <pc:sldMk cId="0" sldId="259"/>
        </pc:sldMkLst>
        <pc:spChg chg="mod">
          <ac:chgData name="Divya Balaji" userId="fd17a2526f202cfb" providerId="LiveId" clId="{7D90BB01-33FD-492D-8C9F-0C94AC50138B}" dt="2024-08-06T16:19:19.904" v="803" actId="1076"/>
          <ac:spMkLst>
            <pc:docMk/>
            <pc:sldMk cId="0" sldId="259"/>
            <ac:spMk id="2" creationId="{00000000-0000-0000-0000-000000000000}"/>
          </ac:spMkLst>
        </pc:spChg>
        <pc:spChg chg="mod">
          <ac:chgData name="Divya Balaji" userId="fd17a2526f202cfb" providerId="LiveId" clId="{7D90BB01-33FD-492D-8C9F-0C94AC50138B}" dt="2024-08-06T16:19:35.548" v="806" actId="27636"/>
          <ac:spMkLst>
            <pc:docMk/>
            <pc:sldMk cId="0" sldId="259"/>
            <ac:spMk id="3" creationId="{00000000-0000-0000-0000-000000000000}"/>
          </ac:spMkLst>
        </pc:spChg>
        <pc:spChg chg="mod">
          <ac:chgData name="Divya Balaji" userId="fd17a2526f202cfb" providerId="LiveId" clId="{7D90BB01-33FD-492D-8C9F-0C94AC50138B}" dt="2024-08-06T14:46:37.279" v="51"/>
          <ac:spMkLst>
            <pc:docMk/>
            <pc:sldMk cId="0" sldId="259"/>
            <ac:spMk id="4" creationId="{00000000-0000-0000-0000-000000000000}"/>
          </ac:spMkLst>
        </pc:spChg>
      </pc:sldChg>
      <pc:sldChg chg="modSp mod">
        <pc:chgData name="Divya Balaji" userId="fd17a2526f202cfb" providerId="LiveId" clId="{7D90BB01-33FD-492D-8C9F-0C94AC50138B}" dt="2024-08-06T14:46:37.279" v="51"/>
        <pc:sldMkLst>
          <pc:docMk/>
          <pc:sldMk cId="0" sldId="260"/>
        </pc:sldMkLst>
        <pc:spChg chg="mod">
          <ac:chgData name="Divya Balaji" userId="fd17a2526f202cfb" providerId="LiveId" clId="{7D90BB01-33FD-492D-8C9F-0C94AC50138B}" dt="2024-08-06T14:46:37.279" v="51"/>
          <ac:spMkLst>
            <pc:docMk/>
            <pc:sldMk cId="0" sldId="260"/>
            <ac:spMk id="2" creationId="{00000000-0000-0000-0000-000000000000}"/>
          </ac:spMkLst>
        </pc:spChg>
        <pc:spChg chg="mod">
          <ac:chgData name="Divya Balaji" userId="fd17a2526f202cfb" providerId="LiveId" clId="{7D90BB01-33FD-492D-8C9F-0C94AC50138B}" dt="2024-08-06T14:46:08.225" v="44"/>
          <ac:spMkLst>
            <pc:docMk/>
            <pc:sldMk cId="0" sldId="260"/>
            <ac:spMk id="3" creationId="{00000000-0000-0000-0000-000000000000}"/>
          </ac:spMkLst>
        </pc:spChg>
        <pc:spChg chg="mod">
          <ac:chgData name="Divya Balaji" userId="fd17a2526f202cfb" providerId="LiveId" clId="{7D90BB01-33FD-492D-8C9F-0C94AC50138B}" dt="2024-08-06T14:46:37.279" v="51"/>
          <ac:spMkLst>
            <pc:docMk/>
            <pc:sldMk cId="0" sldId="260"/>
            <ac:spMk id="4" creationId="{00000000-0000-0000-0000-000000000000}"/>
          </ac:spMkLst>
        </pc:spChg>
      </pc:sldChg>
      <pc:sldChg chg="modSp mod">
        <pc:chgData name="Divya Balaji" userId="fd17a2526f202cfb" providerId="LiveId" clId="{7D90BB01-33FD-492D-8C9F-0C94AC50138B}" dt="2024-08-06T14:46:37.279" v="51"/>
        <pc:sldMkLst>
          <pc:docMk/>
          <pc:sldMk cId="0" sldId="262"/>
        </pc:sldMkLst>
        <pc:spChg chg="mod">
          <ac:chgData name="Divya Balaji" userId="fd17a2526f202cfb" providerId="LiveId" clId="{7D90BB01-33FD-492D-8C9F-0C94AC50138B}" dt="2024-08-06T14:46:11.926" v="47"/>
          <ac:spMkLst>
            <pc:docMk/>
            <pc:sldMk cId="0" sldId="262"/>
            <ac:spMk id="3" creationId="{00000000-0000-0000-0000-000000000000}"/>
          </ac:spMkLst>
        </pc:spChg>
        <pc:spChg chg="mod">
          <ac:chgData name="Divya Balaji" userId="fd17a2526f202cfb" providerId="LiveId" clId="{7D90BB01-33FD-492D-8C9F-0C94AC50138B}" dt="2024-08-06T14:46:37.279" v="51"/>
          <ac:spMkLst>
            <pc:docMk/>
            <pc:sldMk cId="0" sldId="262"/>
            <ac:spMk id="4" creationId="{00000000-0000-0000-0000-000000000000}"/>
          </ac:spMkLst>
        </pc:spChg>
      </pc:sldChg>
      <pc:sldChg chg="modSp mod">
        <pc:chgData name="Divya Balaji" userId="fd17a2526f202cfb" providerId="LiveId" clId="{7D90BB01-33FD-492D-8C9F-0C94AC50138B}" dt="2024-08-06T14:54:26.076" v="79" actId="20577"/>
        <pc:sldMkLst>
          <pc:docMk/>
          <pc:sldMk cId="0" sldId="264"/>
        </pc:sldMkLst>
        <pc:spChg chg="mod">
          <ac:chgData name="Divya Balaji" userId="fd17a2526f202cfb" providerId="LiveId" clId="{7D90BB01-33FD-492D-8C9F-0C94AC50138B}" dt="2024-08-06T14:54:26.076" v="79" actId="20577"/>
          <ac:spMkLst>
            <pc:docMk/>
            <pc:sldMk cId="0" sldId="264"/>
            <ac:spMk id="3" creationId="{F431C19D-7656-F0AB-F98C-544A171BE57B}"/>
          </ac:spMkLst>
        </pc:spChg>
        <pc:spChg chg="mod">
          <ac:chgData name="Divya Balaji" userId="fd17a2526f202cfb" providerId="LiveId" clId="{7D90BB01-33FD-492D-8C9F-0C94AC50138B}" dt="2024-08-06T14:54:06.763" v="54" actId="1076"/>
          <ac:spMkLst>
            <pc:docMk/>
            <pc:sldMk cId="0" sldId="264"/>
            <ac:spMk id="7" creationId="{00000000-0000-0000-0000-000000000000}"/>
          </ac:spMkLst>
        </pc:spChg>
      </pc:sldChg>
      <pc:sldChg chg="addSp delSp modSp mod ord">
        <pc:chgData name="Divya Balaji" userId="fd17a2526f202cfb" providerId="LiveId" clId="{7D90BB01-33FD-492D-8C9F-0C94AC50138B}" dt="2024-08-06T17:53:51.299" v="2800" actId="20577"/>
        <pc:sldMkLst>
          <pc:docMk/>
          <pc:sldMk cId="0" sldId="265"/>
        </pc:sldMkLst>
        <pc:spChg chg="del mod">
          <ac:chgData name="Divya Balaji" userId="fd17a2526f202cfb" providerId="LiveId" clId="{7D90BB01-33FD-492D-8C9F-0C94AC50138B}" dt="2024-08-06T14:56:36.399" v="105" actId="478"/>
          <ac:spMkLst>
            <pc:docMk/>
            <pc:sldMk cId="0" sldId="265"/>
            <ac:spMk id="4" creationId="{C5BA6A07-5A60-C285-BD97-FDA6FBD94280}"/>
          </ac:spMkLst>
        </pc:spChg>
        <pc:spChg chg="add mod">
          <ac:chgData name="Divya Balaji" userId="fd17a2526f202cfb" providerId="LiveId" clId="{7D90BB01-33FD-492D-8C9F-0C94AC50138B}" dt="2024-08-06T17:38:43.842" v="2745" actId="20577"/>
          <ac:spMkLst>
            <pc:docMk/>
            <pc:sldMk cId="0" sldId="265"/>
            <ac:spMk id="5" creationId="{BF21A989-872F-3708-008D-037F8E8E4675}"/>
          </ac:spMkLst>
        </pc:spChg>
        <pc:spChg chg="del mod">
          <ac:chgData name="Divya Balaji" userId="fd17a2526f202cfb" providerId="LiveId" clId="{7D90BB01-33FD-492D-8C9F-0C94AC50138B}" dt="2024-08-06T14:56:04.110" v="98" actId="478"/>
          <ac:spMkLst>
            <pc:docMk/>
            <pc:sldMk cId="0" sldId="265"/>
            <ac:spMk id="7" creationId="{C9582A34-3F3B-A97B-18AD-28DC85248F13}"/>
          </ac:spMkLst>
        </pc:spChg>
        <pc:spChg chg="del mod">
          <ac:chgData name="Divya Balaji" userId="fd17a2526f202cfb" providerId="LiveId" clId="{7D90BB01-33FD-492D-8C9F-0C94AC50138B}" dt="2024-08-06T14:57:05.932" v="107" actId="478"/>
          <ac:spMkLst>
            <pc:docMk/>
            <pc:sldMk cId="0" sldId="265"/>
            <ac:spMk id="8" creationId="{00000000-0000-0000-0000-000000000000}"/>
          </ac:spMkLst>
        </pc:spChg>
        <pc:spChg chg="add mod">
          <ac:chgData name="Divya Balaji" userId="fd17a2526f202cfb" providerId="LiveId" clId="{7D90BB01-33FD-492D-8C9F-0C94AC50138B}" dt="2024-08-06T17:53:51.299" v="2800" actId="20577"/>
          <ac:spMkLst>
            <pc:docMk/>
            <pc:sldMk cId="0" sldId="265"/>
            <ac:spMk id="11" creationId="{F63FFCA0-5923-6BD7-F3A4-3DA0D344675C}"/>
          </ac:spMkLst>
        </pc:spChg>
        <pc:picChg chg="add mod">
          <ac:chgData name="Divya Balaji" userId="fd17a2526f202cfb" providerId="LiveId" clId="{7D90BB01-33FD-492D-8C9F-0C94AC50138B}" dt="2024-08-06T17:40:09.920" v="2750" actId="1076"/>
          <ac:picMkLst>
            <pc:docMk/>
            <pc:sldMk cId="0" sldId="265"/>
            <ac:picMk id="3" creationId="{5403557D-4CF0-F7BD-AEA1-6F3A222EFAE6}"/>
          </ac:picMkLst>
        </pc:picChg>
        <pc:picChg chg="del">
          <ac:chgData name="Divya Balaji" userId="fd17a2526f202cfb" providerId="LiveId" clId="{7D90BB01-33FD-492D-8C9F-0C94AC50138B}" dt="2024-08-06T14:55:58.317" v="96" actId="478"/>
          <ac:picMkLst>
            <pc:docMk/>
            <pc:sldMk cId="0" sldId="265"/>
            <ac:picMk id="6" creationId="{DD6104A3-4C06-A46A-4093-E0A01CCBDA13}"/>
          </ac:picMkLst>
        </pc:picChg>
        <pc:picChg chg="add mod">
          <ac:chgData name="Divya Balaji" userId="fd17a2526f202cfb" providerId="LiveId" clId="{7D90BB01-33FD-492D-8C9F-0C94AC50138B}" dt="2024-08-06T17:51:11.749" v="2754" actId="1076"/>
          <ac:picMkLst>
            <pc:docMk/>
            <pc:sldMk cId="0" sldId="265"/>
            <ac:picMk id="10" creationId="{2954F7F9-BF51-E70F-4509-BC43FC761604}"/>
          </ac:picMkLst>
        </pc:picChg>
        <pc:picChg chg="del">
          <ac:chgData name="Divya Balaji" userId="fd17a2526f202cfb" providerId="LiveId" clId="{7D90BB01-33FD-492D-8C9F-0C94AC50138B}" dt="2024-08-06T14:56:31.742" v="103" actId="478"/>
          <ac:picMkLst>
            <pc:docMk/>
            <pc:sldMk cId="0" sldId="265"/>
            <ac:picMk id="3076" creationId="{00000000-0000-0000-0000-000000000000}"/>
          </ac:picMkLst>
        </pc:picChg>
      </pc:sldChg>
      <pc:sldChg chg="modSp ord">
        <pc:chgData name="Divya Balaji" userId="fd17a2526f202cfb" providerId="LiveId" clId="{7D90BB01-33FD-492D-8C9F-0C94AC50138B}" dt="2024-08-06T14:57:31.478" v="114"/>
        <pc:sldMkLst>
          <pc:docMk/>
          <pc:sldMk cId="0" sldId="266"/>
        </pc:sldMkLst>
        <pc:spChg chg="mod">
          <ac:chgData name="Divya Balaji" userId="fd17a2526f202cfb" providerId="LiveId" clId="{7D90BB01-33FD-492D-8C9F-0C94AC50138B}" dt="2024-08-06T14:46:37.279" v="51"/>
          <ac:spMkLst>
            <pc:docMk/>
            <pc:sldMk cId="0" sldId="266"/>
            <ac:spMk id="7" creationId="{00000000-0000-0000-0000-000000000000}"/>
          </ac:spMkLst>
        </pc:spChg>
      </pc:sldChg>
      <pc:sldChg chg="modSp mod">
        <pc:chgData name="Divya Balaji" userId="fd17a2526f202cfb" providerId="LiveId" clId="{7D90BB01-33FD-492D-8C9F-0C94AC50138B}" dt="2024-08-06T14:46:37.279" v="51"/>
        <pc:sldMkLst>
          <pc:docMk/>
          <pc:sldMk cId="0" sldId="267"/>
        </pc:sldMkLst>
        <pc:spChg chg="mod">
          <ac:chgData name="Divya Balaji" userId="fd17a2526f202cfb" providerId="LiveId" clId="{7D90BB01-33FD-492D-8C9F-0C94AC50138B}" dt="2024-08-06T14:46:37.279" v="51"/>
          <ac:spMkLst>
            <pc:docMk/>
            <pc:sldMk cId="0" sldId="267"/>
            <ac:spMk id="2" creationId="{00000000-0000-0000-0000-000000000000}"/>
          </ac:spMkLst>
        </pc:spChg>
        <pc:spChg chg="mod">
          <ac:chgData name="Divya Balaji" userId="fd17a2526f202cfb" providerId="LiveId" clId="{7D90BB01-33FD-492D-8C9F-0C94AC50138B}" dt="2024-08-06T14:46:37.279" v="51"/>
          <ac:spMkLst>
            <pc:docMk/>
            <pc:sldMk cId="0" sldId="267"/>
            <ac:spMk id="3" creationId="{00000000-0000-0000-0000-000000000000}"/>
          </ac:spMkLst>
        </pc:spChg>
        <pc:spChg chg="mod">
          <ac:chgData name="Divya Balaji" userId="fd17a2526f202cfb" providerId="LiveId" clId="{7D90BB01-33FD-492D-8C9F-0C94AC50138B}" dt="2024-08-06T14:46:37.279" v="51"/>
          <ac:spMkLst>
            <pc:docMk/>
            <pc:sldMk cId="0" sldId="267"/>
            <ac:spMk id="4" creationId="{00000000-0000-0000-0000-000000000000}"/>
          </ac:spMkLst>
        </pc:spChg>
      </pc:sldChg>
      <pc:sldChg chg="modSp mod">
        <pc:chgData name="Divya Balaji" userId="fd17a2526f202cfb" providerId="LiveId" clId="{7D90BB01-33FD-492D-8C9F-0C94AC50138B}" dt="2024-08-06T14:46:37.279" v="51"/>
        <pc:sldMkLst>
          <pc:docMk/>
          <pc:sldMk cId="0" sldId="268"/>
        </pc:sldMkLst>
        <pc:spChg chg="mod">
          <ac:chgData name="Divya Balaji" userId="fd17a2526f202cfb" providerId="LiveId" clId="{7D90BB01-33FD-492D-8C9F-0C94AC50138B}" dt="2024-08-06T14:46:11.926" v="47"/>
          <ac:spMkLst>
            <pc:docMk/>
            <pc:sldMk cId="0" sldId="268"/>
            <ac:spMk id="3" creationId="{00000000-0000-0000-0000-000000000000}"/>
          </ac:spMkLst>
        </pc:spChg>
        <pc:spChg chg="mod">
          <ac:chgData name="Divya Balaji" userId="fd17a2526f202cfb" providerId="LiveId" clId="{7D90BB01-33FD-492D-8C9F-0C94AC50138B}" dt="2024-08-06T14:46:37.279" v="51"/>
          <ac:spMkLst>
            <pc:docMk/>
            <pc:sldMk cId="0" sldId="268"/>
            <ac:spMk id="4" creationId="{00000000-0000-0000-0000-000000000000}"/>
          </ac:spMkLst>
        </pc:spChg>
      </pc:sldChg>
      <pc:sldChg chg="addSp delSp modSp mod">
        <pc:chgData name="Divya Balaji" userId="fd17a2526f202cfb" providerId="LiveId" clId="{7D90BB01-33FD-492D-8C9F-0C94AC50138B}" dt="2024-08-06T14:56:27.886" v="102" actId="1076"/>
        <pc:sldMkLst>
          <pc:docMk/>
          <pc:sldMk cId="791626394" sldId="269"/>
        </pc:sldMkLst>
        <pc:spChg chg="del mod">
          <ac:chgData name="Divya Balaji" userId="fd17a2526f202cfb" providerId="LiveId" clId="{7D90BB01-33FD-492D-8C9F-0C94AC50138B}" dt="2024-08-06T14:55:24.565" v="90" actId="478"/>
          <ac:spMkLst>
            <pc:docMk/>
            <pc:sldMk cId="791626394" sldId="269"/>
            <ac:spMk id="5" creationId="{9D5E75FB-60C6-AA5F-3514-C2E531689E48}"/>
          </ac:spMkLst>
        </pc:spChg>
        <pc:spChg chg="mod">
          <ac:chgData name="Divya Balaji" userId="fd17a2526f202cfb" providerId="LiveId" clId="{7D90BB01-33FD-492D-8C9F-0C94AC50138B}" dt="2024-08-06T14:55:33.005" v="92" actId="1076"/>
          <ac:spMkLst>
            <pc:docMk/>
            <pc:sldMk cId="791626394" sldId="269"/>
            <ac:spMk id="6" creationId="{8E953DFD-D83B-D318-A3EF-E2991D489F6F}"/>
          </ac:spMkLst>
        </pc:spChg>
        <pc:picChg chg="add del mod">
          <ac:chgData name="Divya Balaji" userId="fd17a2526f202cfb" providerId="LiveId" clId="{7D90BB01-33FD-492D-8C9F-0C94AC50138B}" dt="2024-08-06T14:55:55.184" v="95" actId="478"/>
          <ac:picMkLst>
            <pc:docMk/>
            <pc:sldMk cId="791626394" sldId="269"/>
            <ac:picMk id="2" creationId="{C333395E-D39E-5937-641B-C167DDF33FBA}"/>
          </ac:picMkLst>
        </pc:picChg>
        <pc:picChg chg="del">
          <ac:chgData name="Divya Balaji" userId="fd17a2526f202cfb" providerId="LiveId" clId="{7D90BB01-33FD-492D-8C9F-0C94AC50138B}" dt="2024-08-06T14:55:20.383" v="88" actId="478"/>
          <ac:picMkLst>
            <pc:docMk/>
            <pc:sldMk cId="791626394" sldId="269"/>
            <ac:picMk id="3" creationId="{C5827F8C-BDB1-A7C0-D74B-954298AC8921}"/>
          </ac:picMkLst>
        </pc:picChg>
        <pc:picChg chg="mod">
          <ac:chgData name="Divya Balaji" userId="fd17a2526f202cfb" providerId="LiveId" clId="{7D90BB01-33FD-492D-8C9F-0C94AC50138B}" dt="2024-08-06T14:55:27.661" v="91" actId="1076"/>
          <ac:picMkLst>
            <pc:docMk/>
            <pc:sldMk cId="791626394" sldId="269"/>
            <ac:picMk id="4" creationId="{7C99405F-F6C5-3CDE-97C5-0D5742844A62}"/>
          </ac:picMkLst>
        </pc:picChg>
        <pc:picChg chg="add mod">
          <ac:chgData name="Divya Balaji" userId="fd17a2526f202cfb" providerId="LiveId" clId="{7D90BB01-33FD-492D-8C9F-0C94AC50138B}" dt="2024-08-06T14:56:14.077" v="100" actId="1076"/>
          <ac:picMkLst>
            <pc:docMk/>
            <pc:sldMk cId="791626394" sldId="269"/>
            <ac:picMk id="8" creationId="{6DB38ADE-F491-3F1F-9183-B71D33B18BB2}"/>
          </ac:picMkLst>
        </pc:picChg>
        <pc:picChg chg="add mod">
          <ac:chgData name="Divya Balaji" userId="fd17a2526f202cfb" providerId="LiveId" clId="{7D90BB01-33FD-492D-8C9F-0C94AC50138B}" dt="2024-08-06T14:56:27.886" v="102" actId="1076"/>
          <ac:picMkLst>
            <pc:docMk/>
            <pc:sldMk cId="791626394" sldId="269"/>
            <ac:picMk id="9" creationId="{D06BB3A8-C786-48AC-82BC-9E7A2EBD79AA}"/>
          </ac:picMkLst>
        </pc:picChg>
      </pc:sldChg>
      <pc:sldChg chg="addSp delSp modSp mod">
        <pc:chgData name="Divya Balaji" userId="fd17a2526f202cfb" providerId="LiveId" clId="{7D90BB01-33FD-492D-8C9F-0C94AC50138B}" dt="2024-08-06T14:55:17.496" v="87" actId="1076"/>
        <pc:sldMkLst>
          <pc:docMk/>
          <pc:sldMk cId="963478495" sldId="270"/>
        </pc:sldMkLst>
        <pc:spChg chg="del mod">
          <ac:chgData name="Divya Balaji" userId="fd17a2526f202cfb" providerId="LiveId" clId="{7D90BB01-33FD-492D-8C9F-0C94AC50138B}" dt="2024-08-06T14:54:47.987" v="82" actId="478"/>
          <ac:spMkLst>
            <pc:docMk/>
            <pc:sldMk cId="963478495" sldId="270"/>
            <ac:spMk id="5" creationId="{3C882348-8DCD-5AE5-479C-450D7E7C4706}"/>
          </ac:spMkLst>
        </pc:spChg>
        <pc:spChg chg="mod">
          <ac:chgData name="Divya Balaji" userId="fd17a2526f202cfb" providerId="LiveId" clId="{7D90BB01-33FD-492D-8C9F-0C94AC50138B}" dt="2024-08-06T14:46:37.279" v="51"/>
          <ac:spMkLst>
            <pc:docMk/>
            <pc:sldMk cId="963478495" sldId="270"/>
            <ac:spMk id="6" creationId="{00000000-0000-0000-0000-000000000000}"/>
          </ac:spMkLst>
        </pc:spChg>
        <pc:picChg chg="del">
          <ac:chgData name="Divya Balaji" userId="fd17a2526f202cfb" providerId="LiveId" clId="{7D90BB01-33FD-492D-8C9F-0C94AC50138B}" dt="2024-08-06T14:54:43.173" v="80" actId="478"/>
          <ac:picMkLst>
            <pc:docMk/>
            <pc:sldMk cId="963478495" sldId="270"/>
            <ac:picMk id="3" creationId="{CD9004EF-ACF5-96AB-C37A-868FE919EC57}"/>
          </ac:picMkLst>
        </pc:picChg>
        <pc:picChg chg="add mod">
          <ac:chgData name="Divya Balaji" userId="fd17a2526f202cfb" providerId="LiveId" clId="{7D90BB01-33FD-492D-8C9F-0C94AC50138B}" dt="2024-08-06T14:55:01.906" v="85" actId="1076"/>
          <ac:picMkLst>
            <pc:docMk/>
            <pc:sldMk cId="963478495" sldId="270"/>
            <ac:picMk id="7" creationId="{1B032064-6CBF-3880-5BB6-D62945FC3ED4}"/>
          </ac:picMkLst>
        </pc:picChg>
        <pc:picChg chg="add mod">
          <ac:chgData name="Divya Balaji" userId="fd17a2526f202cfb" providerId="LiveId" clId="{7D90BB01-33FD-492D-8C9F-0C94AC50138B}" dt="2024-08-06T14:55:17.496" v="87" actId="1076"/>
          <ac:picMkLst>
            <pc:docMk/>
            <pc:sldMk cId="963478495" sldId="270"/>
            <ac:picMk id="8" creationId="{91516F41-A15F-ADD5-6920-19F5B39755E8}"/>
          </ac:picMkLst>
        </pc:picChg>
      </pc:sldChg>
      <pc:sldChg chg="modSp mod ord">
        <pc:chgData name="Divya Balaji" userId="fd17a2526f202cfb" providerId="LiveId" clId="{7D90BB01-33FD-492D-8C9F-0C94AC50138B}" dt="2024-08-06T14:57:28.961" v="112"/>
        <pc:sldMkLst>
          <pc:docMk/>
          <pc:sldMk cId="2944633653" sldId="271"/>
        </pc:sldMkLst>
        <pc:spChg chg="mod">
          <ac:chgData name="Divya Balaji" userId="fd17a2526f202cfb" providerId="LiveId" clId="{7D90BB01-33FD-492D-8C9F-0C94AC50138B}" dt="2024-08-06T14:57:21.192" v="109" actId="1076"/>
          <ac:spMkLst>
            <pc:docMk/>
            <pc:sldMk cId="2944633653" sldId="271"/>
            <ac:spMk id="4" creationId="{00000000-0000-0000-0000-000000000000}"/>
          </ac:spMkLst>
        </pc:spChg>
        <pc:picChg chg="mod">
          <ac:chgData name="Divya Balaji" userId="fd17a2526f202cfb" providerId="LiveId" clId="{7D90BB01-33FD-492D-8C9F-0C94AC50138B}" dt="2024-08-06T14:57:25.223" v="110" actId="1076"/>
          <ac:picMkLst>
            <pc:docMk/>
            <pc:sldMk cId="2944633653" sldId="271"/>
            <ac:picMk id="2" creationId="{A7872C76-216F-AD1D-5FA9-231831EE1B8A}"/>
          </ac:picMkLst>
        </pc:picChg>
      </pc:sldChg>
      <pc:sldChg chg="addSp modSp mod ord">
        <pc:chgData name="Divya Balaji" userId="fd17a2526f202cfb" providerId="LiveId" clId="{7D90BB01-33FD-492D-8C9F-0C94AC50138B}" dt="2024-08-06T14:59:09.702" v="227"/>
        <pc:sldMkLst>
          <pc:docMk/>
          <pc:sldMk cId="3939441390" sldId="272"/>
        </pc:sldMkLst>
        <pc:spChg chg="add mod">
          <ac:chgData name="Divya Balaji" userId="fd17a2526f202cfb" providerId="LiveId" clId="{7D90BB01-33FD-492D-8C9F-0C94AC50138B}" dt="2024-08-06T14:58:18.786" v="145" actId="20577"/>
          <ac:spMkLst>
            <pc:docMk/>
            <pc:sldMk cId="3939441390" sldId="272"/>
            <ac:spMk id="3" creationId="{6B7E0DB2-C100-527C-CD25-E07B9B978B07}"/>
          </ac:spMkLst>
        </pc:spChg>
        <pc:spChg chg="mod">
          <ac:chgData name="Divya Balaji" userId="fd17a2526f202cfb" providerId="LiveId" clId="{7D90BB01-33FD-492D-8C9F-0C94AC50138B}" dt="2024-08-06T14:46:37.279" v="51"/>
          <ac:spMkLst>
            <pc:docMk/>
            <pc:sldMk cId="3939441390" sldId="272"/>
            <ac:spMk id="4" creationId="{00000000-0000-0000-0000-000000000000}"/>
          </ac:spMkLst>
        </pc:spChg>
        <pc:spChg chg="add mod">
          <ac:chgData name="Divya Balaji" userId="fd17a2526f202cfb" providerId="LiveId" clId="{7D90BB01-33FD-492D-8C9F-0C94AC50138B}" dt="2024-08-06T14:59:05.267" v="225" actId="20577"/>
          <ac:spMkLst>
            <pc:docMk/>
            <pc:sldMk cId="3939441390" sldId="272"/>
            <ac:spMk id="6" creationId="{E9B1E3F3-97F0-1EBD-5731-2063D92D43CF}"/>
          </ac:spMkLst>
        </pc:spChg>
      </pc:sldChg>
      <pc:sldChg chg="modSp mod ord">
        <pc:chgData name="Divya Balaji" userId="fd17a2526f202cfb" providerId="LiveId" clId="{7D90BB01-33FD-492D-8C9F-0C94AC50138B}" dt="2024-08-06T14:59:39.588" v="233"/>
        <pc:sldMkLst>
          <pc:docMk/>
          <pc:sldMk cId="3404209959" sldId="273"/>
        </pc:sldMkLst>
        <pc:spChg chg="mod">
          <ac:chgData name="Divya Balaji" userId="fd17a2526f202cfb" providerId="LiveId" clId="{7D90BB01-33FD-492D-8C9F-0C94AC50138B}" dt="2024-08-06T14:46:37.279" v="51"/>
          <ac:spMkLst>
            <pc:docMk/>
            <pc:sldMk cId="3404209959" sldId="273"/>
            <ac:spMk id="6" creationId="{00000000-0000-0000-0000-000000000000}"/>
          </ac:spMkLst>
        </pc:spChg>
        <pc:picChg chg="mod">
          <ac:chgData name="Divya Balaji" userId="fd17a2526f202cfb" providerId="LiveId" clId="{7D90BB01-33FD-492D-8C9F-0C94AC50138B}" dt="2024-08-06T14:59:36.365" v="231" actId="1076"/>
          <ac:picMkLst>
            <pc:docMk/>
            <pc:sldMk cId="3404209959" sldId="273"/>
            <ac:picMk id="9" creationId="{A2215231-E167-DC5F-24A2-4CD92B114B04}"/>
          </ac:picMkLst>
        </pc:picChg>
        <pc:picChg chg="mod">
          <ac:chgData name="Divya Balaji" userId="fd17a2526f202cfb" providerId="LiveId" clId="{7D90BB01-33FD-492D-8C9F-0C94AC50138B}" dt="2024-08-06T14:59:34.057" v="230" actId="1076"/>
          <ac:picMkLst>
            <pc:docMk/>
            <pc:sldMk cId="3404209959" sldId="273"/>
            <ac:picMk id="11" creationId="{2B960462-9941-6582-C3E1-24C584556BC9}"/>
          </ac:picMkLst>
        </pc:picChg>
        <pc:picChg chg="mod">
          <ac:chgData name="Divya Balaji" userId="fd17a2526f202cfb" providerId="LiveId" clId="{7D90BB01-33FD-492D-8C9F-0C94AC50138B}" dt="2024-08-06T14:59:21.395" v="228" actId="1076"/>
          <ac:picMkLst>
            <pc:docMk/>
            <pc:sldMk cId="3404209959" sldId="273"/>
            <ac:picMk id="13" creationId="{2EFB0AD1-EC8E-CF35-9939-898A63A2D89D}"/>
          </ac:picMkLst>
        </pc:picChg>
      </pc:sldChg>
      <pc:sldChg chg="ord">
        <pc:chgData name="Divya Balaji" userId="fd17a2526f202cfb" providerId="LiveId" clId="{7D90BB01-33FD-492D-8C9F-0C94AC50138B}" dt="2024-08-06T14:59:44.621" v="235"/>
        <pc:sldMkLst>
          <pc:docMk/>
          <pc:sldMk cId="2212185246" sldId="274"/>
        </pc:sldMkLst>
      </pc:sldChg>
      <pc:sldChg chg="modSp mod">
        <pc:chgData name="Divya Balaji" userId="fd17a2526f202cfb" providerId="LiveId" clId="{7D90BB01-33FD-492D-8C9F-0C94AC50138B}" dt="2024-08-06T17:23:24.635" v="1571" actId="20577"/>
        <pc:sldMkLst>
          <pc:docMk/>
          <pc:sldMk cId="3161696756" sldId="275"/>
        </pc:sldMkLst>
        <pc:spChg chg="mod">
          <ac:chgData name="Divya Balaji" userId="fd17a2526f202cfb" providerId="LiveId" clId="{7D90BB01-33FD-492D-8C9F-0C94AC50138B}" dt="2024-08-06T17:23:24.635" v="1571" actId="20577"/>
          <ac:spMkLst>
            <pc:docMk/>
            <pc:sldMk cId="3161696756" sldId="275"/>
            <ac:spMk id="3" creationId="{65B4BB54-29E5-EE1D-C550-07DAB396EB13}"/>
          </ac:spMkLst>
        </pc:spChg>
        <pc:picChg chg="mod">
          <ac:chgData name="Divya Balaji" userId="fd17a2526f202cfb" providerId="LiveId" clId="{7D90BB01-33FD-492D-8C9F-0C94AC50138B}" dt="2024-08-06T17:21:22.576" v="1432" actId="1076"/>
          <ac:picMkLst>
            <pc:docMk/>
            <pc:sldMk cId="3161696756" sldId="275"/>
            <ac:picMk id="7" creationId="{93B3A4F7-C8C9-2120-2836-C539C67C648A}"/>
          </ac:picMkLst>
        </pc:picChg>
        <pc:picChg chg="mod">
          <ac:chgData name="Divya Balaji" userId="fd17a2526f202cfb" providerId="LiveId" clId="{7D90BB01-33FD-492D-8C9F-0C94AC50138B}" dt="2024-08-06T17:21:19.842" v="1431" actId="1076"/>
          <ac:picMkLst>
            <pc:docMk/>
            <pc:sldMk cId="3161696756" sldId="275"/>
            <ac:picMk id="9" creationId="{CC8FD8AE-7571-2ECE-85EE-FE571F221B34}"/>
          </ac:picMkLst>
        </pc:picChg>
        <pc:picChg chg="mod">
          <ac:chgData name="Divya Balaji" userId="fd17a2526f202cfb" providerId="LiveId" clId="{7D90BB01-33FD-492D-8C9F-0C94AC50138B}" dt="2024-08-06T17:21:17.989" v="1430" actId="1076"/>
          <ac:picMkLst>
            <pc:docMk/>
            <pc:sldMk cId="3161696756" sldId="275"/>
            <ac:picMk id="11" creationId="{0B876D97-7F48-8E34-DA33-6CFA49286BE3}"/>
          </ac:picMkLst>
        </pc:picChg>
        <pc:picChg chg="mod">
          <ac:chgData name="Divya Balaji" userId="fd17a2526f202cfb" providerId="LiveId" clId="{7D90BB01-33FD-492D-8C9F-0C94AC50138B}" dt="2024-08-06T17:20:50.909" v="1424" actId="14100"/>
          <ac:picMkLst>
            <pc:docMk/>
            <pc:sldMk cId="3161696756" sldId="275"/>
            <ac:picMk id="13" creationId="{4C95027F-C6BB-E457-D7A6-0D3BA22F075E}"/>
          </ac:picMkLst>
        </pc:picChg>
        <pc:picChg chg="mod">
          <ac:chgData name="Divya Balaji" userId="fd17a2526f202cfb" providerId="LiveId" clId="{7D90BB01-33FD-492D-8C9F-0C94AC50138B}" dt="2024-08-06T17:21:16.223" v="1429" actId="1076"/>
          <ac:picMkLst>
            <pc:docMk/>
            <pc:sldMk cId="3161696756" sldId="275"/>
            <ac:picMk id="15" creationId="{3EB6226E-5B1D-CA8C-17D5-930353AE42A8}"/>
          </ac:picMkLst>
        </pc:picChg>
      </pc:sldChg>
      <pc:sldChg chg="modSp mod">
        <pc:chgData name="Divya Balaji" userId="fd17a2526f202cfb" providerId="LiveId" clId="{7D90BB01-33FD-492D-8C9F-0C94AC50138B}" dt="2024-08-06T17:25:21.151" v="1789" actId="20577"/>
        <pc:sldMkLst>
          <pc:docMk/>
          <pc:sldMk cId="2614015166" sldId="276"/>
        </pc:sldMkLst>
        <pc:spChg chg="mod">
          <ac:chgData name="Divya Balaji" userId="fd17a2526f202cfb" providerId="LiveId" clId="{7D90BB01-33FD-492D-8C9F-0C94AC50138B}" dt="2024-08-06T17:25:21.151" v="1789" actId="20577"/>
          <ac:spMkLst>
            <pc:docMk/>
            <pc:sldMk cId="2614015166" sldId="276"/>
            <ac:spMk id="2" creationId="{3AC3CC09-5BA6-13AD-D1C2-88F200BCE323}"/>
          </ac:spMkLst>
        </pc:spChg>
        <pc:spChg chg="mod">
          <ac:chgData name="Divya Balaji" userId="fd17a2526f202cfb" providerId="LiveId" clId="{7D90BB01-33FD-492D-8C9F-0C94AC50138B}" dt="2024-08-06T15:08:16.567" v="240" actId="1076"/>
          <ac:spMkLst>
            <pc:docMk/>
            <pc:sldMk cId="2614015166" sldId="276"/>
            <ac:spMk id="7" creationId="{00000000-0000-0000-0000-000000000000}"/>
          </ac:spMkLst>
        </pc:spChg>
        <pc:picChg chg="mod">
          <ac:chgData name="Divya Balaji" userId="fd17a2526f202cfb" providerId="LiveId" clId="{7D90BB01-33FD-492D-8C9F-0C94AC50138B}" dt="2024-08-06T15:08:11.658" v="239" actId="1076"/>
          <ac:picMkLst>
            <pc:docMk/>
            <pc:sldMk cId="2614015166" sldId="276"/>
            <ac:picMk id="10" creationId="{A9A68459-8E2A-81FB-3379-DEDB0908568E}"/>
          </ac:picMkLst>
        </pc:picChg>
        <pc:picChg chg="mod">
          <ac:chgData name="Divya Balaji" userId="fd17a2526f202cfb" providerId="LiveId" clId="{7D90BB01-33FD-492D-8C9F-0C94AC50138B}" dt="2024-08-06T17:23:35.398" v="1574" actId="1076"/>
          <ac:picMkLst>
            <pc:docMk/>
            <pc:sldMk cId="2614015166" sldId="276"/>
            <ac:picMk id="12" creationId="{137B5707-89C0-FBFA-1123-18B4D76CD845}"/>
          </ac:picMkLst>
        </pc:picChg>
        <pc:picChg chg="mod">
          <ac:chgData name="Divya Balaji" userId="fd17a2526f202cfb" providerId="LiveId" clId="{7D90BB01-33FD-492D-8C9F-0C94AC50138B}" dt="2024-08-06T17:23:31.346" v="1572" actId="1076"/>
          <ac:picMkLst>
            <pc:docMk/>
            <pc:sldMk cId="2614015166" sldId="276"/>
            <ac:picMk id="14" creationId="{B4D215D9-52E4-E584-A5AF-B309DCF4F5AA}"/>
          </ac:picMkLst>
        </pc:picChg>
        <pc:picChg chg="mod">
          <ac:chgData name="Divya Balaji" userId="fd17a2526f202cfb" providerId="LiveId" clId="{7D90BB01-33FD-492D-8C9F-0C94AC50138B}" dt="2024-08-06T17:23:33.752" v="1573" actId="1076"/>
          <ac:picMkLst>
            <pc:docMk/>
            <pc:sldMk cId="2614015166" sldId="276"/>
            <ac:picMk id="16" creationId="{B8C994A7-B0D6-7D85-60D0-AB0798EBB12D}"/>
          </ac:picMkLst>
        </pc:picChg>
      </pc:sldChg>
      <pc:sldChg chg="addSp modSp mod">
        <pc:chgData name="Divya Balaji" userId="fd17a2526f202cfb" providerId="LiveId" clId="{7D90BB01-33FD-492D-8C9F-0C94AC50138B}" dt="2024-08-06T17:27:05.352" v="1998" actId="20577"/>
        <pc:sldMkLst>
          <pc:docMk/>
          <pc:sldMk cId="2315241359" sldId="277"/>
        </pc:sldMkLst>
        <pc:spChg chg="add mod">
          <ac:chgData name="Divya Balaji" userId="fd17a2526f202cfb" providerId="LiveId" clId="{7D90BB01-33FD-492D-8C9F-0C94AC50138B}" dt="2024-08-06T17:27:05.352" v="1998" actId="20577"/>
          <ac:spMkLst>
            <pc:docMk/>
            <pc:sldMk cId="2315241359" sldId="277"/>
            <ac:spMk id="4" creationId="{DC8AE77E-95BD-E96A-0BE2-6088B9CF0688}"/>
          </ac:spMkLst>
        </pc:spChg>
      </pc:sldChg>
      <pc:sldChg chg="modSp mod">
        <pc:chgData name="Divya Balaji" userId="fd17a2526f202cfb" providerId="LiveId" clId="{7D90BB01-33FD-492D-8C9F-0C94AC50138B}" dt="2024-08-06T17:28:03.444" v="2096" actId="20577"/>
        <pc:sldMkLst>
          <pc:docMk/>
          <pc:sldMk cId="2891148369" sldId="278"/>
        </pc:sldMkLst>
        <pc:spChg chg="mod">
          <ac:chgData name="Divya Balaji" userId="fd17a2526f202cfb" providerId="LiveId" clId="{7D90BB01-33FD-492D-8C9F-0C94AC50138B}" dt="2024-08-06T17:28:03.444" v="2096" actId="20577"/>
          <ac:spMkLst>
            <pc:docMk/>
            <pc:sldMk cId="2891148369" sldId="278"/>
            <ac:spMk id="2" creationId="{B29F17DC-CA39-FF2B-BE11-58BF27154444}"/>
          </ac:spMkLst>
        </pc:spChg>
      </pc:sldChg>
      <pc:sldChg chg="modSp mod">
        <pc:chgData name="Divya Balaji" userId="fd17a2526f202cfb" providerId="LiveId" clId="{7D90BB01-33FD-492D-8C9F-0C94AC50138B}" dt="2024-08-06T17:28:53.854" v="2198" actId="20577"/>
        <pc:sldMkLst>
          <pc:docMk/>
          <pc:sldMk cId="2256687985" sldId="279"/>
        </pc:sldMkLst>
        <pc:spChg chg="mod">
          <ac:chgData name="Divya Balaji" userId="fd17a2526f202cfb" providerId="LiveId" clId="{7D90BB01-33FD-492D-8C9F-0C94AC50138B}" dt="2024-08-06T17:28:53.854" v="2198" actId="20577"/>
          <ac:spMkLst>
            <pc:docMk/>
            <pc:sldMk cId="2256687985" sldId="279"/>
            <ac:spMk id="2" creationId="{8140607A-847F-419D-9BA7-9D99180DD169}"/>
          </ac:spMkLst>
        </pc:spChg>
        <pc:picChg chg="mod">
          <ac:chgData name="Divya Balaji" userId="fd17a2526f202cfb" providerId="LiveId" clId="{7D90BB01-33FD-492D-8C9F-0C94AC50138B}" dt="2024-08-06T17:28:39.785" v="2165" actId="1076"/>
          <ac:picMkLst>
            <pc:docMk/>
            <pc:sldMk cId="2256687985" sldId="279"/>
            <ac:picMk id="4" creationId="{10C89EB0-AD1B-4B65-A554-073DE631DDD3}"/>
          </ac:picMkLst>
        </pc:picChg>
      </pc:sldChg>
      <pc:sldChg chg="modSp mod">
        <pc:chgData name="Divya Balaji" userId="fd17a2526f202cfb" providerId="LiveId" clId="{7D90BB01-33FD-492D-8C9F-0C94AC50138B}" dt="2024-08-06T17:30:37.759" v="2397" actId="20577"/>
        <pc:sldMkLst>
          <pc:docMk/>
          <pc:sldMk cId="1515016220" sldId="280"/>
        </pc:sldMkLst>
        <pc:spChg chg="mod">
          <ac:chgData name="Divya Balaji" userId="fd17a2526f202cfb" providerId="LiveId" clId="{7D90BB01-33FD-492D-8C9F-0C94AC50138B}" dt="2024-08-06T17:30:37.759" v="2397" actId="20577"/>
          <ac:spMkLst>
            <pc:docMk/>
            <pc:sldMk cId="1515016220" sldId="280"/>
            <ac:spMk id="2" creationId="{B2E96C3A-6ADA-3D6F-29F9-45B25A3EEE5F}"/>
          </ac:spMkLst>
        </pc:spChg>
        <pc:picChg chg="mod">
          <ac:chgData name="Divya Balaji" userId="fd17a2526f202cfb" providerId="LiveId" clId="{7D90BB01-33FD-492D-8C9F-0C94AC50138B}" dt="2024-08-06T17:29:08.338" v="2199" actId="1076"/>
          <ac:picMkLst>
            <pc:docMk/>
            <pc:sldMk cId="1515016220" sldId="280"/>
            <ac:picMk id="10" creationId="{A0158395-3A7C-9040-9796-91CFC28FC54D}"/>
          </ac:picMkLst>
        </pc:picChg>
      </pc:sldChg>
      <pc:sldChg chg="addSp modSp mod">
        <pc:chgData name="Divya Balaji" userId="fd17a2526f202cfb" providerId="LiveId" clId="{7D90BB01-33FD-492D-8C9F-0C94AC50138B}" dt="2024-08-06T17:31:27.591" v="2471" actId="20577"/>
        <pc:sldMkLst>
          <pc:docMk/>
          <pc:sldMk cId="2964506298" sldId="281"/>
        </pc:sldMkLst>
        <pc:spChg chg="add mod">
          <ac:chgData name="Divya Balaji" userId="fd17a2526f202cfb" providerId="LiveId" clId="{7D90BB01-33FD-492D-8C9F-0C94AC50138B}" dt="2024-08-06T17:31:27.591" v="2471" actId="20577"/>
          <ac:spMkLst>
            <pc:docMk/>
            <pc:sldMk cId="2964506298" sldId="281"/>
            <ac:spMk id="3" creationId="{9F58AFB8-C1B9-1A3A-213B-5D06FAC4BCAE}"/>
          </ac:spMkLst>
        </pc:spChg>
        <pc:picChg chg="mod">
          <ac:chgData name="Divya Balaji" userId="fd17a2526f202cfb" providerId="LiveId" clId="{7D90BB01-33FD-492D-8C9F-0C94AC50138B}" dt="2024-08-06T17:30:49.672" v="2398" actId="1076"/>
          <ac:picMkLst>
            <pc:docMk/>
            <pc:sldMk cId="2964506298" sldId="281"/>
            <ac:picMk id="4" creationId="{65A68663-82B8-633C-7222-6861145BB5FD}"/>
          </ac:picMkLst>
        </pc:picChg>
      </pc:sldChg>
      <pc:sldChg chg="addSp modSp mod">
        <pc:chgData name="Divya Balaji" userId="fd17a2526f202cfb" providerId="LiveId" clId="{7D90BB01-33FD-492D-8C9F-0C94AC50138B}" dt="2024-08-06T17:32:10.280" v="2545" actId="20577"/>
        <pc:sldMkLst>
          <pc:docMk/>
          <pc:sldMk cId="126459211" sldId="282"/>
        </pc:sldMkLst>
        <pc:spChg chg="add mod">
          <ac:chgData name="Divya Balaji" userId="fd17a2526f202cfb" providerId="LiveId" clId="{7D90BB01-33FD-492D-8C9F-0C94AC50138B}" dt="2024-08-06T17:32:10.280" v="2545" actId="20577"/>
          <ac:spMkLst>
            <pc:docMk/>
            <pc:sldMk cId="126459211" sldId="282"/>
            <ac:spMk id="3" creationId="{E67CE8D6-AA0D-C6ED-869F-A97E2F4D1713}"/>
          </ac:spMkLst>
        </pc:spChg>
        <pc:picChg chg="mod">
          <ac:chgData name="Divya Balaji" userId="fd17a2526f202cfb" providerId="LiveId" clId="{7D90BB01-33FD-492D-8C9F-0C94AC50138B}" dt="2024-08-06T17:31:31.742" v="2472" actId="1076"/>
          <ac:picMkLst>
            <pc:docMk/>
            <pc:sldMk cId="126459211" sldId="282"/>
            <ac:picMk id="4" creationId="{27274DA0-179E-9B63-35F5-E489A1C4BEB3}"/>
          </ac:picMkLst>
        </pc:picChg>
      </pc:sldChg>
      <pc:sldChg chg="modSp mod">
        <pc:chgData name="Divya Balaji" userId="fd17a2526f202cfb" providerId="LiveId" clId="{7D90BB01-33FD-492D-8C9F-0C94AC50138B}" dt="2024-08-06T17:32:14.310" v="2546" actId="1076"/>
        <pc:sldMkLst>
          <pc:docMk/>
          <pc:sldMk cId="1101049479" sldId="283"/>
        </pc:sldMkLst>
        <pc:spChg chg="mod">
          <ac:chgData name="Divya Balaji" userId="fd17a2526f202cfb" providerId="LiveId" clId="{7D90BB01-33FD-492D-8C9F-0C94AC50138B}" dt="2024-08-06T14:46:37.279" v="51"/>
          <ac:spMkLst>
            <pc:docMk/>
            <pc:sldMk cId="1101049479" sldId="283"/>
            <ac:spMk id="5" creationId="{00000000-0000-0000-0000-000000000000}"/>
          </ac:spMkLst>
        </pc:spChg>
        <pc:picChg chg="mod">
          <ac:chgData name="Divya Balaji" userId="fd17a2526f202cfb" providerId="LiveId" clId="{7D90BB01-33FD-492D-8C9F-0C94AC50138B}" dt="2024-08-06T17:32:14.310" v="2546" actId="1076"/>
          <ac:picMkLst>
            <pc:docMk/>
            <pc:sldMk cId="1101049479" sldId="283"/>
            <ac:picMk id="4" creationId="{68316376-B964-2438-4DA1-94365330FA38}"/>
          </ac:picMkLst>
        </pc:picChg>
      </pc:sldChg>
      <pc:sldChg chg="addSp modSp mod">
        <pc:chgData name="Divya Balaji" userId="fd17a2526f202cfb" providerId="LiveId" clId="{7D90BB01-33FD-492D-8C9F-0C94AC50138B}" dt="2024-08-06T17:33:09.846" v="2670" actId="20577"/>
        <pc:sldMkLst>
          <pc:docMk/>
          <pc:sldMk cId="3579008294" sldId="284"/>
        </pc:sldMkLst>
        <pc:spChg chg="add mod">
          <ac:chgData name="Divya Balaji" userId="fd17a2526f202cfb" providerId="LiveId" clId="{7D90BB01-33FD-492D-8C9F-0C94AC50138B}" dt="2024-08-06T17:33:09.846" v="2670" actId="20577"/>
          <ac:spMkLst>
            <pc:docMk/>
            <pc:sldMk cId="3579008294" sldId="284"/>
            <ac:spMk id="2" creationId="{946A437B-C40E-0037-4709-70FD8DF8AE3E}"/>
          </ac:spMkLst>
        </pc:spChg>
        <pc:picChg chg="mod">
          <ac:chgData name="Divya Balaji" userId="fd17a2526f202cfb" providerId="LiveId" clId="{7D90BB01-33FD-492D-8C9F-0C94AC50138B}" dt="2024-08-06T17:32:18.043" v="2547" actId="1076"/>
          <ac:picMkLst>
            <pc:docMk/>
            <pc:sldMk cId="3579008294" sldId="284"/>
            <ac:picMk id="3" creationId="{F58538CD-E1DE-C4BC-A3CF-2A100772C752}"/>
          </ac:picMkLst>
        </pc:picChg>
        <pc:picChg chg="mod">
          <ac:chgData name="Divya Balaji" userId="fd17a2526f202cfb" providerId="LiveId" clId="{7D90BB01-33FD-492D-8C9F-0C94AC50138B}" dt="2024-08-06T17:32:21.193" v="2548" actId="1076"/>
          <ac:picMkLst>
            <pc:docMk/>
            <pc:sldMk cId="3579008294" sldId="284"/>
            <ac:picMk id="3074" creationId="{00000000-0000-0000-0000-000000000000}"/>
          </ac:picMkLst>
        </pc:picChg>
      </pc:sldChg>
      <pc:sldChg chg="addSp delSp modSp mod">
        <pc:chgData name="Divya Balaji" userId="fd17a2526f202cfb" providerId="LiveId" clId="{7D90BB01-33FD-492D-8C9F-0C94AC50138B}" dt="2024-08-06T17:16:28.779" v="1393" actId="1076"/>
        <pc:sldMkLst>
          <pc:docMk/>
          <pc:sldMk cId="2581001924" sldId="285"/>
        </pc:sldMkLst>
        <pc:spChg chg="mod">
          <ac:chgData name="Divya Balaji" userId="fd17a2526f202cfb" providerId="LiveId" clId="{7D90BB01-33FD-492D-8C9F-0C94AC50138B}" dt="2024-08-06T17:16:28.779" v="1393" actId="1076"/>
          <ac:spMkLst>
            <pc:docMk/>
            <pc:sldMk cId="2581001924" sldId="285"/>
            <ac:spMk id="6" creationId="{00000000-0000-0000-0000-000000000000}"/>
          </ac:spMkLst>
        </pc:spChg>
        <pc:spChg chg="add mod">
          <ac:chgData name="Divya Balaji" userId="fd17a2526f202cfb" providerId="LiveId" clId="{7D90BB01-33FD-492D-8C9F-0C94AC50138B}" dt="2024-08-06T17:16:01.741" v="1392" actId="255"/>
          <ac:spMkLst>
            <pc:docMk/>
            <pc:sldMk cId="2581001924" sldId="285"/>
            <ac:spMk id="8" creationId="{CC04E63C-D18C-F2BF-BF7C-A7728383F920}"/>
          </ac:spMkLst>
        </pc:spChg>
        <pc:picChg chg="add mod">
          <ac:chgData name="Divya Balaji" userId="fd17a2526f202cfb" providerId="LiveId" clId="{7D90BB01-33FD-492D-8C9F-0C94AC50138B}" dt="2024-08-06T16:36:53.346" v="1125" actId="1076"/>
          <ac:picMkLst>
            <pc:docMk/>
            <pc:sldMk cId="2581001924" sldId="285"/>
            <ac:picMk id="4" creationId="{E0950782-1A65-6E98-FAA9-0CC17F989B48}"/>
          </ac:picMkLst>
        </pc:picChg>
        <pc:picChg chg="del">
          <ac:chgData name="Divya Balaji" userId="fd17a2526f202cfb" providerId="LiveId" clId="{7D90BB01-33FD-492D-8C9F-0C94AC50138B}" dt="2024-08-06T16:36:10.562" v="1122" actId="478"/>
          <ac:picMkLst>
            <pc:docMk/>
            <pc:sldMk cId="2581001924" sldId="285"/>
            <ac:picMk id="5" creationId="{70B206E3-CE55-1FB5-B508-B749326E40BE}"/>
          </ac:picMkLst>
        </pc:picChg>
        <pc:picChg chg="del">
          <ac:chgData name="Divya Balaji" userId="fd17a2526f202cfb" providerId="LiveId" clId="{7D90BB01-33FD-492D-8C9F-0C94AC50138B}" dt="2024-08-06T16:36:04.373" v="1121" actId="478"/>
          <ac:picMkLst>
            <pc:docMk/>
            <pc:sldMk cId="2581001924" sldId="285"/>
            <ac:picMk id="7" creationId="{A6E7DBEC-AA93-FBEC-0997-B302504B2526}"/>
          </ac:picMkLst>
        </pc:picChg>
      </pc:sldChg>
      <pc:sldChg chg="addSp delSp modSp mod ord">
        <pc:chgData name="Divya Balaji" userId="fd17a2526f202cfb" providerId="LiveId" clId="{7D90BB01-33FD-492D-8C9F-0C94AC50138B}" dt="2024-08-06T18:07:47.016" v="2933" actId="14100"/>
        <pc:sldMkLst>
          <pc:docMk/>
          <pc:sldMk cId="0" sldId="286"/>
        </pc:sldMkLst>
        <pc:spChg chg="add mod">
          <ac:chgData name="Divya Balaji" userId="fd17a2526f202cfb" providerId="LiveId" clId="{7D90BB01-33FD-492D-8C9F-0C94AC50138B}" dt="2024-08-06T18:01:21.138" v="2847" actId="20577"/>
          <ac:spMkLst>
            <pc:docMk/>
            <pc:sldMk cId="0" sldId="286"/>
            <ac:spMk id="4" creationId="{08FAD642-EE12-B20F-F22E-9FA5EAB9EEF4}"/>
          </ac:spMkLst>
        </pc:spChg>
        <pc:spChg chg="del mod">
          <ac:chgData name="Divya Balaji" userId="fd17a2526f202cfb" providerId="LiveId" clId="{7D90BB01-33FD-492D-8C9F-0C94AC50138B}" dt="2024-08-06T14:31:20.044" v="11" actId="478"/>
          <ac:spMkLst>
            <pc:docMk/>
            <pc:sldMk cId="0" sldId="286"/>
            <ac:spMk id="5" creationId="{00000000-0000-0000-0000-000000000000}"/>
          </ac:spMkLst>
        </pc:spChg>
        <pc:spChg chg="add mod">
          <ac:chgData name="Divya Balaji" userId="fd17a2526f202cfb" providerId="LiveId" clId="{7D90BB01-33FD-492D-8C9F-0C94AC50138B}" dt="2024-08-06T18:07:47.016" v="2933" actId="14100"/>
          <ac:spMkLst>
            <pc:docMk/>
            <pc:sldMk cId="0" sldId="286"/>
            <ac:spMk id="8" creationId="{7431E0C4-CA0E-77B8-1EAF-6DFF8C2B6CD0}"/>
          </ac:spMkLst>
        </pc:spChg>
        <pc:picChg chg="add mod">
          <ac:chgData name="Divya Balaji" userId="fd17a2526f202cfb" providerId="LiveId" clId="{7D90BB01-33FD-492D-8C9F-0C94AC50138B}" dt="2024-08-06T18:05:06.300" v="2860" actId="1076"/>
          <ac:picMkLst>
            <pc:docMk/>
            <pc:sldMk cId="0" sldId="286"/>
            <ac:picMk id="3" creationId="{F5FBC87F-FF29-66F8-59D8-D0AAC2C61C17}"/>
          </ac:picMkLst>
        </pc:picChg>
        <pc:picChg chg="add mod">
          <ac:chgData name="Divya Balaji" userId="fd17a2526f202cfb" providerId="LiveId" clId="{7D90BB01-33FD-492D-8C9F-0C94AC50138B}" dt="2024-08-06T18:05:12.289" v="2861" actId="1076"/>
          <ac:picMkLst>
            <pc:docMk/>
            <pc:sldMk cId="0" sldId="286"/>
            <ac:picMk id="7" creationId="{9BE07838-FF08-1A9E-8116-85E6650EC790}"/>
          </ac:picMkLst>
        </pc:picChg>
        <pc:picChg chg="del mod">
          <ac:chgData name="Divya Balaji" userId="fd17a2526f202cfb" providerId="LiveId" clId="{7D90BB01-33FD-492D-8C9F-0C94AC50138B}" dt="2024-08-06T14:30:11.402" v="5" actId="478"/>
          <ac:picMkLst>
            <pc:docMk/>
            <pc:sldMk cId="0" sldId="286"/>
            <ac:picMk id="1026" creationId="{00000000-0000-0000-0000-000000000000}"/>
          </ac:picMkLst>
        </pc:picChg>
        <pc:picChg chg="del mod">
          <ac:chgData name="Divya Balaji" userId="fd17a2526f202cfb" providerId="LiveId" clId="{7D90BB01-33FD-492D-8C9F-0C94AC50138B}" dt="2024-08-06T14:30:14.601" v="7" actId="478"/>
          <ac:picMkLst>
            <pc:docMk/>
            <pc:sldMk cId="0" sldId="286"/>
            <ac:picMk id="1027" creationId="{00000000-0000-0000-0000-000000000000}"/>
          </ac:picMkLst>
        </pc:picChg>
        <pc:picChg chg="del mod">
          <ac:chgData name="Divya Balaji" userId="fd17a2526f202cfb" providerId="LiveId" clId="{7D90BB01-33FD-492D-8C9F-0C94AC50138B}" dt="2024-08-06T14:30:12.963" v="6" actId="478"/>
          <ac:picMkLst>
            <pc:docMk/>
            <pc:sldMk cId="0" sldId="286"/>
            <ac:picMk id="1028" creationId="{00000000-0000-0000-0000-000000000000}"/>
          </ac:picMkLst>
        </pc:picChg>
      </pc:sldChg>
      <pc:sldChg chg="addSp modSp mod">
        <pc:chgData name="Divya Balaji" userId="fd17a2526f202cfb" providerId="LiveId" clId="{7D90BB01-33FD-492D-8C9F-0C94AC50138B}" dt="2024-08-06T17:26:06.019" v="1892" actId="20577"/>
        <pc:sldMkLst>
          <pc:docMk/>
          <pc:sldMk cId="0" sldId="287"/>
        </pc:sldMkLst>
        <pc:spChg chg="add mod">
          <ac:chgData name="Divya Balaji" userId="fd17a2526f202cfb" providerId="LiveId" clId="{7D90BB01-33FD-492D-8C9F-0C94AC50138B}" dt="2024-08-06T17:26:06.019" v="1892" actId="20577"/>
          <ac:spMkLst>
            <pc:docMk/>
            <pc:sldMk cId="0" sldId="287"/>
            <ac:spMk id="2" creationId="{E0D494C6-97AF-B184-FF2D-2D92D56D2672}"/>
          </ac:spMkLst>
        </pc:spChg>
        <pc:spChg chg="mod">
          <ac:chgData name="Divya Balaji" userId="fd17a2526f202cfb" providerId="LiveId" clId="{7D90BB01-33FD-492D-8C9F-0C94AC50138B}" dt="2024-08-06T14:46:37.279" v="51"/>
          <ac:spMkLst>
            <pc:docMk/>
            <pc:sldMk cId="0" sldId="287"/>
            <ac:spMk id="3" creationId="{00000000-0000-0000-0000-000000000000}"/>
          </ac:spMkLst>
        </pc:spChg>
        <pc:picChg chg="mod">
          <ac:chgData name="Divya Balaji" userId="fd17a2526f202cfb" providerId="LiveId" clId="{7D90BB01-33FD-492D-8C9F-0C94AC50138B}" dt="2024-08-06T15:09:50.349" v="241" actId="1076"/>
          <ac:picMkLst>
            <pc:docMk/>
            <pc:sldMk cId="0" sldId="287"/>
            <ac:picMk id="2050" creationId="{00000000-0000-0000-0000-000000000000}"/>
          </ac:picMkLst>
        </pc:picChg>
      </pc:sldChg>
      <pc:sldChg chg="modSp mod ord">
        <pc:chgData name="Divya Balaji" userId="fd17a2526f202cfb" providerId="LiveId" clId="{7D90BB01-33FD-492D-8C9F-0C94AC50138B}" dt="2024-08-06T14:59:58.619" v="238" actId="1076"/>
        <pc:sldMkLst>
          <pc:docMk/>
          <pc:sldMk cId="0" sldId="288"/>
        </pc:sldMkLst>
        <pc:spChg chg="mod">
          <ac:chgData name="Divya Balaji" userId="fd17a2526f202cfb" providerId="LiveId" clId="{7D90BB01-33FD-492D-8C9F-0C94AC50138B}" dt="2024-08-06T14:46:37.279" v="51"/>
          <ac:spMkLst>
            <pc:docMk/>
            <pc:sldMk cId="0" sldId="288"/>
            <ac:spMk id="2" creationId="{00000000-0000-0000-0000-000000000000}"/>
          </ac:spMkLst>
        </pc:spChg>
        <pc:spChg chg="mod">
          <ac:chgData name="Divya Balaji" userId="fd17a2526f202cfb" providerId="LiveId" clId="{7D90BB01-33FD-492D-8C9F-0C94AC50138B}" dt="2024-08-06T14:59:58.619" v="238" actId="1076"/>
          <ac:spMkLst>
            <pc:docMk/>
            <pc:sldMk cId="0" sldId="288"/>
            <ac:spMk id="3" creationId="{00000000-0000-0000-0000-000000000000}"/>
          </ac:spMkLst>
        </pc:spChg>
        <pc:spChg chg="mod">
          <ac:chgData name="Divya Balaji" userId="fd17a2526f202cfb" providerId="LiveId" clId="{7D90BB01-33FD-492D-8C9F-0C94AC50138B}" dt="2024-08-06T14:46:37.279" v="51"/>
          <ac:spMkLst>
            <pc:docMk/>
            <pc:sldMk cId="0" sldId="288"/>
            <ac:spMk id="4" creationId="{00000000-0000-0000-0000-000000000000}"/>
          </ac:spMkLst>
        </pc:spChg>
      </pc:sldChg>
      <pc:sldChg chg="addSp modSp new mod">
        <pc:chgData name="Divya Balaji" userId="fd17a2526f202cfb" providerId="LiveId" clId="{7D90BB01-33FD-492D-8C9F-0C94AC50138B}" dt="2024-08-06T16:34:46.641" v="1120" actId="255"/>
        <pc:sldMkLst>
          <pc:docMk/>
          <pc:sldMk cId="3908973822" sldId="289"/>
        </pc:sldMkLst>
        <pc:spChg chg="add mod">
          <ac:chgData name="Divya Balaji" userId="fd17a2526f202cfb" providerId="LiveId" clId="{7D90BB01-33FD-492D-8C9F-0C94AC50138B}" dt="2024-08-06T16:34:46.641" v="1120" actId="255"/>
          <ac:spMkLst>
            <pc:docMk/>
            <pc:sldMk cId="3908973822" sldId="289"/>
            <ac:spMk id="4" creationId="{39F3F7F7-ADE0-48F9-710A-A3CF8FC37F79}"/>
          </ac:spMkLst>
        </pc:spChg>
      </pc:sldChg>
      <pc:sldChg chg="addSp delSp modSp new mod">
        <pc:chgData name="Divya Balaji" userId="fd17a2526f202cfb" providerId="LiveId" clId="{7D90BB01-33FD-492D-8C9F-0C94AC50138B}" dt="2024-08-06T17:14:18.834" v="1388" actId="255"/>
        <pc:sldMkLst>
          <pc:docMk/>
          <pc:sldMk cId="206684092" sldId="290"/>
        </pc:sldMkLst>
        <pc:spChg chg="del mod">
          <ac:chgData name="Divya Balaji" userId="fd17a2526f202cfb" providerId="LiveId" clId="{7D90BB01-33FD-492D-8C9F-0C94AC50138B}" dt="2024-08-06T17:05:20.541" v="1234" actId="478"/>
          <ac:spMkLst>
            <pc:docMk/>
            <pc:sldMk cId="206684092" sldId="290"/>
            <ac:spMk id="2" creationId="{183EC7AC-90A8-1374-4BB9-18EDBBD3AB89}"/>
          </ac:spMkLst>
        </pc:spChg>
        <pc:spChg chg="add mod">
          <ac:chgData name="Divya Balaji" userId="fd17a2526f202cfb" providerId="LiveId" clId="{7D90BB01-33FD-492D-8C9F-0C94AC50138B}" dt="2024-08-06T17:14:18.834" v="1388" actId="255"/>
          <ac:spMkLst>
            <pc:docMk/>
            <pc:sldMk cId="206684092" sldId="290"/>
            <ac:spMk id="3" creationId="{BFB11A95-52AD-69C6-F719-F02F565B96B3}"/>
          </ac:spMkLst>
        </pc:spChg>
      </pc:sldChg>
      <pc:sldChg chg="addSp modSp new mod">
        <pc:chgData name="Divya Balaji" userId="fd17a2526f202cfb" providerId="LiveId" clId="{7D90BB01-33FD-492D-8C9F-0C94AC50138B}" dt="2024-08-06T17:19:06.597" v="1421" actId="1076"/>
        <pc:sldMkLst>
          <pc:docMk/>
          <pc:sldMk cId="599082028" sldId="291"/>
        </pc:sldMkLst>
        <pc:spChg chg="mod">
          <ac:chgData name="Divya Balaji" userId="fd17a2526f202cfb" providerId="LiveId" clId="{7D90BB01-33FD-492D-8C9F-0C94AC50138B}" dt="2024-08-06T17:18:27.640" v="1417" actId="1076"/>
          <ac:spMkLst>
            <pc:docMk/>
            <pc:sldMk cId="599082028" sldId="291"/>
            <ac:spMk id="2" creationId="{23E46E65-8821-448A-BA81-987C1ADB2EF8}"/>
          </ac:spMkLst>
        </pc:spChg>
        <pc:spChg chg="add mod">
          <ac:chgData name="Divya Balaji" userId="fd17a2526f202cfb" providerId="LiveId" clId="{7D90BB01-33FD-492D-8C9F-0C94AC50138B}" dt="2024-08-06T17:19:06.597" v="1421" actId="1076"/>
          <ac:spMkLst>
            <pc:docMk/>
            <pc:sldMk cId="599082028" sldId="291"/>
            <ac:spMk id="4" creationId="{DF19943A-850A-D155-F644-8750866AA9A9}"/>
          </ac:spMkLst>
        </pc:spChg>
      </pc:sldChg>
      <pc:sldChg chg="addSp delSp modSp new mod">
        <pc:chgData name="Divya Balaji" userId="fd17a2526f202cfb" providerId="LiveId" clId="{7D90BB01-33FD-492D-8C9F-0C94AC50138B}" dt="2024-08-06T18:13:09.034" v="3073" actId="1076"/>
        <pc:sldMkLst>
          <pc:docMk/>
          <pc:sldMk cId="609534191" sldId="292"/>
        </pc:sldMkLst>
        <pc:spChg chg="del mod">
          <ac:chgData name="Divya Balaji" userId="fd17a2526f202cfb" providerId="LiveId" clId="{7D90BB01-33FD-492D-8C9F-0C94AC50138B}" dt="2024-08-06T18:11:38.372" v="3011" actId="478"/>
          <ac:spMkLst>
            <pc:docMk/>
            <pc:sldMk cId="609534191" sldId="292"/>
            <ac:spMk id="2" creationId="{75EFF7BE-50AB-A075-5756-F4D07913CFF9}"/>
          </ac:spMkLst>
        </pc:spChg>
        <pc:spChg chg="add del mod">
          <ac:chgData name="Divya Balaji" userId="fd17a2526f202cfb" providerId="LiveId" clId="{7D90BB01-33FD-492D-8C9F-0C94AC50138B}" dt="2024-08-06T18:11:00.551" v="3001"/>
          <ac:spMkLst>
            <pc:docMk/>
            <pc:sldMk cId="609534191" sldId="292"/>
            <ac:spMk id="5" creationId="{36279388-8759-D465-30CD-B7BD2D1B0925}"/>
          </ac:spMkLst>
        </pc:spChg>
        <pc:spChg chg="add mod">
          <ac:chgData name="Divya Balaji" userId="fd17a2526f202cfb" providerId="LiveId" clId="{7D90BB01-33FD-492D-8C9F-0C94AC50138B}" dt="2024-08-06T18:11:55.637" v="3014" actId="1076"/>
          <ac:spMkLst>
            <pc:docMk/>
            <pc:sldMk cId="609534191" sldId="292"/>
            <ac:spMk id="6" creationId="{72620427-62B5-1A9C-217E-4F630B0C197E}"/>
          </ac:spMkLst>
        </pc:spChg>
        <pc:spChg chg="add del mod">
          <ac:chgData name="Divya Balaji" userId="fd17a2526f202cfb" providerId="LiveId" clId="{7D90BB01-33FD-492D-8C9F-0C94AC50138B}" dt="2024-08-06T18:12:33.981" v="3043"/>
          <ac:spMkLst>
            <pc:docMk/>
            <pc:sldMk cId="609534191" sldId="292"/>
            <ac:spMk id="9" creationId="{F6D83943-1AB8-3638-5A23-A40A9A345ED5}"/>
          </ac:spMkLst>
        </pc:spChg>
        <pc:spChg chg="add mod">
          <ac:chgData name="Divya Balaji" userId="fd17a2526f202cfb" providerId="LiveId" clId="{7D90BB01-33FD-492D-8C9F-0C94AC50138B}" dt="2024-08-06T18:13:09.034" v="3073" actId="1076"/>
          <ac:spMkLst>
            <pc:docMk/>
            <pc:sldMk cId="609534191" sldId="292"/>
            <ac:spMk id="10" creationId="{0AA668A2-DD67-0E5C-D5FC-8C0F94ACF407}"/>
          </ac:spMkLst>
        </pc:spChg>
        <pc:picChg chg="add mod">
          <ac:chgData name="Divya Balaji" userId="fd17a2526f202cfb" providerId="LiveId" clId="{7D90BB01-33FD-492D-8C9F-0C94AC50138B}" dt="2024-08-06T18:11:52.006" v="3013" actId="1076"/>
          <ac:picMkLst>
            <pc:docMk/>
            <pc:sldMk cId="609534191" sldId="292"/>
            <ac:picMk id="4" creationId="{DB7DD1F8-311C-4F81-6B57-648EEFDAC00E}"/>
          </ac:picMkLst>
        </pc:picChg>
        <pc:picChg chg="add mod">
          <ac:chgData name="Divya Balaji" userId="fd17a2526f202cfb" providerId="LiveId" clId="{7D90BB01-33FD-492D-8C9F-0C94AC50138B}" dt="2024-08-06T18:13:03.581" v="3072" actId="1076"/>
          <ac:picMkLst>
            <pc:docMk/>
            <pc:sldMk cId="609534191" sldId="292"/>
            <ac:picMk id="8" creationId="{DD964E7A-208C-019E-8A6D-35C6B8265557}"/>
          </ac:picMkLst>
        </pc:picChg>
      </pc:sldChg>
      <pc:sldChg chg="addSp delSp modSp new mod">
        <pc:chgData name="Divya Balaji" userId="fd17a2526f202cfb" providerId="LiveId" clId="{7D90BB01-33FD-492D-8C9F-0C94AC50138B}" dt="2024-08-06T18:17:17.094" v="3180" actId="20577"/>
        <pc:sldMkLst>
          <pc:docMk/>
          <pc:sldMk cId="2617374910" sldId="293"/>
        </pc:sldMkLst>
        <pc:spChg chg="del">
          <ac:chgData name="Divya Balaji" userId="fd17a2526f202cfb" providerId="LiveId" clId="{7D90BB01-33FD-492D-8C9F-0C94AC50138B}" dt="2024-08-06T18:15:59.921" v="3128" actId="478"/>
          <ac:spMkLst>
            <pc:docMk/>
            <pc:sldMk cId="2617374910" sldId="293"/>
            <ac:spMk id="2" creationId="{EFD8DFB4-4DE3-C4CB-A8A5-433E5E9D569F}"/>
          </ac:spMkLst>
        </pc:spChg>
        <pc:spChg chg="add mod">
          <ac:chgData name="Divya Balaji" userId="fd17a2526f202cfb" providerId="LiveId" clId="{7D90BB01-33FD-492D-8C9F-0C94AC50138B}" dt="2024-08-06T18:15:11.686" v="3124" actId="20577"/>
          <ac:spMkLst>
            <pc:docMk/>
            <pc:sldMk cId="2617374910" sldId="293"/>
            <ac:spMk id="5" creationId="{2C8F6C20-9568-9436-FC21-9D67A148DB01}"/>
          </ac:spMkLst>
        </pc:spChg>
        <pc:spChg chg="add mod">
          <ac:chgData name="Divya Balaji" userId="fd17a2526f202cfb" providerId="LiveId" clId="{7D90BB01-33FD-492D-8C9F-0C94AC50138B}" dt="2024-08-06T18:17:17.094" v="3180" actId="20577"/>
          <ac:spMkLst>
            <pc:docMk/>
            <pc:sldMk cId="2617374910" sldId="293"/>
            <ac:spMk id="8" creationId="{8E71F8D6-9A48-0245-CA9E-33F5FCC92FE0}"/>
          </ac:spMkLst>
        </pc:spChg>
        <pc:picChg chg="add mod">
          <ac:chgData name="Divya Balaji" userId="fd17a2526f202cfb" providerId="LiveId" clId="{7D90BB01-33FD-492D-8C9F-0C94AC50138B}" dt="2024-08-06T18:16:08.088" v="3130" actId="1076"/>
          <ac:picMkLst>
            <pc:docMk/>
            <pc:sldMk cId="2617374910" sldId="293"/>
            <ac:picMk id="4" creationId="{62AFE79A-DDCB-1BE1-F85A-251937CD2EF3}"/>
          </ac:picMkLst>
        </pc:picChg>
        <pc:picChg chg="add mod">
          <ac:chgData name="Divya Balaji" userId="fd17a2526f202cfb" providerId="LiveId" clId="{7D90BB01-33FD-492D-8C9F-0C94AC50138B}" dt="2024-08-06T18:16:06.050" v="3129" actId="1076"/>
          <ac:picMkLst>
            <pc:docMk/>
            <pc:sldMk cId="2617374910" sldId="293"/>
            <ac:picMk id="7" creationId="{686BEC1A-12C1-5C36-D28D-271190BAC397}"/>
          </ac:picMkLst>
        </pc:picChg>
      </pc:sldChg>
      <pc:sldChg chg="addSp delSp modSp new mod">
        <pc:chgData name="Divya Balaji" userId="fd17a2526f202cfb" providerId="LiveId" clId="{7D90BB01-33FD-492D-8C9F-0C94AC50138B}" dt="2024-08-06T18:31:02.693" v="3310" actId="1076"/>
        <pc:sldMkLst>
          <pc:docMk/>
          <pc:sldMk cId="2115541989" sldId="294"/>
        </pc:sldMkLst>
        <pc:spChg chg="del">
          <ac:chgData name="Divya Balaji" userId="fd17a2526f202cfb" providerId="LiveId" clId="{7D90BB01-33FD-492D-8C9F-0C94AC50138B}" dt="2024-08-06T18:17:31.231" v="3182" actId="478"/>
          <ac:spMkLst>
            <pc:docMk/>
            <pc:sldMk cId="2115541989" sldId="294"/>
            <ac:spMk id="2" creationId="{BD3524B4-3616-2A6C-FA60-038E32F85374}"/>
          </ac:spMkLst>
        </pc:spChg>
        <pc:spChg chg="add mod">
          <ac:chgData name="Divya Balaji" userId="fd17a2526f202cfb" providerId="LiveId" clId="{7D90BB01-33FD-492D-8C9F-0C94AC50138B}" dt="2024-08-06T18:27:34.871" v="3241" actId="20577"/>
          <ac:spMkLst>
            <pc:docMk/>
            <pc:sldMk cId="2115541989" sldId="294"/>
            <ac:spMk id="4" creationId="{1223BC3B-5F06-E42F-7827-53FA8EDF620C}"/>
          </ac:spMkLst>
        </pc:spChg>
        <pc:spChg chg="add mod">
          <ac:chgData name="Divya Balaji" userId="fd17a2526f202cfb" providerId="LiveId" clId="{7D90BB01-33FD-492D-8C9F-0C94AC50138B}" dt="2024-08-06T18:30:16.719" v="3303" actId="1076"/>
          <ac:spMkLst>
            <pc:docMk/>
            <pc:sldMk cId="2115541989" sldId="294"/>
            <ac:spMk id="6" creationId="{72A008C9-7522-FB8C-D171-CD04F8E2EA31}"/>
          </ac:spMkLst>
        </pc:spChg>
        <pc:picChg chg="add mod">
          <ac:chgData name="Divya Balaji" userId="fd17a2526f202cfb" providerId="LiveId" clId="{7D90BB01-33FD-492D-8C9F-0C94AC50138B}" dt="2024-08-06T18:25:51.081" v="3187" actId="14100"/>
          <ac:picMkLst>
            <pc:docMk/>
            <pc:sldMk cId="2115541989" sldId="294"/>
            <ac:picMk id="3" creationId="{F7C6A998-86D7-9905-AD2D-75B5127A8E49}"/>
          </ac:picMkLst>
        </pc:picChg>
        <pc:picChg chg="add mod">
          <ac:chgData name="Divya Balaji" userId="fd17a2526f202cfb" providerId="LiveId" clId="{7D90BB01-33FD-492D-8C9F-0C94AC50138B}" dt="2024-08-06T18:31:02.693" v="3310" actId="1076"/>
          <ac:picMkLst>
            <pc:docMk/>
            <pc:sldMk cId="2115541989" sldId="294"/>
            <ac:picMk id="5" creationId="{C726923D-FEC5-0840-C318-E4DC1C25CCBE}"/>
          </ac:picMkLst>
        </pc:picChg>
        <pc:picChg chg="add mod">
          <ac:chgData name="Divya Balaji" userId="fd17a2526f202cfb" providerId="LiveId" clId="{7D90BB01-33FD-492D-8C9F-0C94AC50138B}" dt="2024-08-06T18:30:11.890" v="3302" actId="1076"/>
          <ac:picMkLst>
            <pc:docMk/>
            <pc:sldMk cId="2115541989" sldId="294"/>
            <ac:picMk id="7" creationId="{D4C6D94B-C4DA-7A94-18C6-2890FA5A7C69}"/>
          </ac:picMkLst>
        </pc:picChg>
        <pc:picChg chg="add mod">
          <ac:chgData name="Divya Balaji" userId="fd17a2526f202cfb" providerId="LiveId" clId="{7D90BB01-33FD-492D-8C9F-0C94AC50138B}" dt="2024-08-06T18:30:59.841" v="3309" actId="1076"/>
          <ac:picMkLst>
            <pc:docMk/>
            <pc:sldMk cId="2115541989" sldId="294"/>
            <ac:picMk id="8" creationId="{E0DC5814-82E6-1918-DFF2-791474FCD4DC}"/>
          </ac:picMkLst>
        </pc:picChg>
      </pc:sldChg>
      <pc:sldChg chg="new">
        <pc:chgData name="Divya Balaji" userId="fd17a2526f202cfb" providerId="LiveId" clId="{7D90BB01-33FD-492D-8C9F-0C94AC50138B}" dt="2024-08-06T18:31:22.879" v="3311" actId="680"/>
        <pc:sldMkLst>
          <pc:docMk/>
          <pc:sldMk cId="2378775404" sldId="295"/>
        </pc:sldMkLst>
      </pc:sldChg>
      <pc:sldChg chg="new">
        <pc:chgData name="Divya Balaji" userId="fd17a2526f202cfb" providerId="LiveId" clId="{7D90BB01-33FD-492D-8C9F-0C94AC50138B}" dt="2024-08-06T18:31:27.161" v="3312" actId="680"/>
        <pc:sldMkLst>
          <pc:docMk/>
          <pc:sldMk cId="1420254513" sldId="296"/>
        </pc:sldMkLst>
      </pc:sldChg>
      <pc:sldMasterChg chg="setBg">
        <pc:chgData name="Divya Balaji" userId="fd17a2526f202cfb" providerId="LiveId" clId="{7D90BB01-33FD-492D-8C9F-0C94AC50138B}" dt="2024-08-06T14:47:06.231" v="52"/>
        <pc:sldMasterMkLst>
          <pc:docMk/>
          <pc:sldMasterMk cId="3705584732" sldId="214748380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6BA9DE-8269-45D0-96B7-398E2F75E407}" type="datetimeFigureOut">
              <a:rPr lang="en-US" smtClean="0"/>
              <a:pPr/>
              <a:t>8/6/2024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84A3B2-54E3-4CB7-9715-6CED92AD00D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B84A3B2-54E3-4CB7-9715-6CED92AD00DD}" type="slidenum">
              <a:rPr lang="en-US" smtClean="0"/>
              <a:pPr/>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6B275EDB-DF25-4370-87CB-4F9E2D994685}" type="datetime1">
              <a:rPr lang="en-US" smtClean="0"/>
              <a:pPr/>
              <a:t>8/6/2024</a:t>
            </a:fld>
            <a:endParaRPr lang="en-US"/>
          </a:p>
        </p:txBody>
      </p:sp>
      <p:sp>
        <p:nvSpPr>
          <p:cNvPr id="5" name="Footer Placeholder 4"/>
          <p:cNvSpPr>
            <a:spLocks noGrp="1"/>
          </p:cNvSpPr>
          <p:nvPr>
            <p:ph type="ftr" sz="quarter" idx="11"/>
          </p:nvPr>
        </p:nvSpPr>
        <p:spPr>
          <a:xfrm>
            <a:off x="2743973" y="5870576"/>
            <a:ext cx="3932137" cy="377825"/>
          </a:xfrm>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a:xfrm>
            <a:off x="8040685" y="5870576"/>
            <a:ext cx="417516" cy="377825"/>
          </a:xfrm>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3878973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BB2AA-F216-4FA6-8100-AB12A5D00B55}"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90780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86FEDD-9E1E-4D54-8DE3-C4A123A52319}"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3420720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89DCEF-9723-401A-9660-D7A5B9A3F625}" type="datetime1">
              <a:rPr lang="en-US" smtClean="0"/>
              <a:pPr/>
              <a:t>8/6/2024</a:t>
            </a:fld>
            <a:endParaRPr lang="en-US"/>
          </a:p>
        </p:txBody>
      </p:sp>
      <p:sp>
        <p:nvSpPr>
          <p:cNvPr id="6" name="Footer Placeholder 5"/>
          <p:cNvSpPr>
            <a:spLocks noGrp="1"/>
          </p:cNvSpPr>
          <p:nvPr>
            <p:ph type="ftr" sz="quarter" idx="11"/>
          </p:nvPr>
        </p:nvSpPr>
        <p:spPr/>
        <p:txBody>
          <a:bodyPr/>
          <a:lstStyle/>
          <a:p>
            <a:r>
              <a:rPr lang="en-US"/>
              <a:t>https://www.sciencedirect.com/science/article/pii/S0168169920302301#b0225 </a:t>
            </a:r>
          </a:p>
        </p:txBody>
      </p:sp>
      <p:sp>
        <p:nvSpPr>
          <p:cNvPr id="7" name="Slide Number Placeholder 6"/>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22448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21ABBF-70E7-4B17-8A17-41D3CA1DEBA6}" type="datetime1">
              <a:rPr lang="en-US" smtClean="0"/>
              <a:pPr/>
              <a:t>8/6/2024</a:t>
            </a:fld>
            <a:endParaRPr lang="en-US"/>
          </a:p>
        </p:txBody>
      </p:sp>
      <p:sp>
        <p:nvSpPr>
          <p:cNvPr id="8" name="Footer Placeholder 7"/>
          <p:cNvSpPr>
            <a:spLocks noGrp="1"/>
          </p:cNvSpPr>
          <p:nvPr>
            <p:ph type="ftr" sz="quarter" idx="11"/>
          </p:nvPr>
        </p:nvSpPr>
        <p:spPr/>
        <p:txBody>
          <a:bodyPr/>
          <a:lstStyle/>
          <a:p>
            <a:r>
              <a:rPr lang="en-US"/>
              <a:t>https://www.sciencedirect.com/science/article/pii/S0168169920302301#b0225 </a:t>
            </a:r>
          </a:p>
        </p:txBody>
      </p:sp>
      <p:sp>
        <p:nvSpPr>
          <p:cNvPr id="9" name="Slide Number Placeholder 8"/>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301556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7CC058-8561-4CFF-BCDB-96CF7E5E1E28}" type="datetime1">
              <a:rPr lang="en-US" smtClean="0"/>
              <a:pPr/>
              <a:t>8/6/2024</a:t>
            </a:fld>
            <a:endParaRPr lang="en-US"/>
          </a:p>
        </p:txBody>
      </p:sp>
      <p:sp>
        <p:nvSpPr>
          <p:cNvPr id="4" name="Footer Placeholder 3"/>
          <p:cNvSpPr>
            <a:spLocks noGrp="1"/>
          </p:cNvSpPr>
          <p:nvPr>
            <p:ph type="ftr" sz="quarter" idx="11"/>
          </p:nvPr>
        </p:nvSpPr>
        <p:spPr/>
        <p:txBody>
          <a:bodyPr/>
          <a:lstStyle/>
          <a:p>
            <a:r>
              <a:rPr lang="en-US"/>
              <a:t>https://www.sciencedirect.com/science/article/pii/S0168169920302301#b0225 </a:t>
            </a:r>
          </a:p>
        </p:txBody>
      </p:sp>
      <p:sp>
        <p:nvSpPr>
          <p:cNvPr id="5" name="Slide Number Placeholder 4"/>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38481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B88B8F29-E446-44FA-9C03-416AF5BF2E8D}" type="datetime1">
              <a:rPr lang="en-US" smtClean="0"/>
              <a:pPr/>
              <a:t>8/6/2024</a:t>
            </a:fld>
            <a:endParaRPr lang="en-US"/>
          </a:p>
        </p:txBody>
      </p:sp>
      <p:sp>
        <p:nvSpPr>
          <p:cNvPr id="3" name="Footer Placeholder 2"/>
          <p:cNvSpPr>
            <a:spLocks noGrp="1"/>
          </p:cNvSpPr>
          <p:nvPr>
            <p:ph type="ftr" sz="quarter" idx="11"/>
          </p:nvPr>
        </p:nvSpPr>
        <p:spPr/>
        <p:txBody>
          <a:bodyPr/>
          <a:lstStyle/>
          <a:p>
            <a:r>
              <a:rPr lang="en-US"/>
              <a:t>https://www.sciencedirect.com/science/article/pii/S0168169920302301#b0225 </a:t>
            </a:r>
          </a:p>
        </p:txBody>
      </p:sp>
      <p:sp>
        <p:nvSpPr>
          <p:cNvPr id="4" name="Slide Number Placeholder 3"/>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194292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08779D-ECC4-4822-B509-225C66DF6DF8}" type="datetime1">
              <a:rPr lang="en-US" smtClean="0"/>
              <a:pPr/>
              <a:t>8/6/2024</a:t>
            </a:fld>
            <a:endParaRPr lang="en-US"/>
          </a:p>
        </p:txBody>
      </p:sp>
      <p:sp>
        <p:nvSpPr>
          <p:cNvPr id="6" name="Footer Placeholder 5"/>
          <p:cNvSpPr>
            <a:spLocks noGrp="1"/>
          </p:cNvSpPr>
          <p:nvPr>
            <p:ph type="ftr" sz="quarter" idx="11"/>
          </p:nvPr>
        </p:nvSpPr>
        <p:spPr/>
        <p:txBody>
          <a:bodyPr/>
          <a:lstStyle/>
          <a:p>
            <a:r>
              <a:rPr lang="en-US"/>
              <a:t>https://www.sciencedirect.com/science/article/pii/S0168169920302301#b0225 </a:t>
            </a:r>
          </a:p>
        </p:txBody>
      </p:sp>
      <p:sp>
        <p:nvSpPr>
          <p:cNvPr id="7" name="Slide Number Placeholder 6"/>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308250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3E8174-85CC-402F-87B3-E2C20D5FE338}" type="datetime1">
              <a:rPr lang="en-US" smtClean="0"/>
              <a:pPr/>
              <a:t>8/6/2024</a:t>
            </a:fld>
            <a:endParaRPr lang="en-US"/>
          </a:p>
        </p:txBody>
      </p:sp>
      <p:sp>
        <p:nvSpPr>
          <p:cNvPr id="6" name="Footer Placeholder 5"/>
          <p:cNvSpPr>
            <a:spLocks noGrp="1"/>
          </p:cNvSpPr>
          <p:nvPr>
            <p:ph type="ftr" sz="quarter" idx="11"/>
          </p:nvPr>
        </p:nvSpPr>
        <p:spPr/>
        <p:txBody>
          <a:bodyPr/>
          <a:lstStyle/>
          <a:p>
            <a:r>
              <a:rPr lang="en-US"/>
              <a:t>https://www.sciencedirect.com/science/article/pii/S0168169920302301#b0225 </a:t>
            </a:r>
          </a:p>
        </p:txBody>
      </p:sp>
      <p:sp>
        <p:nvSpPr>
          <p:cNvPr id="7" name="Slide Number Placeholder 6"/>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865682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57B28-DA21-47C2-B2FB-3D8F84EC67AF}" type="datetime1">
              <a:rPr lang="en-US" smtClean="0"/>
              <a:pPr/>
              <a:t>8/6/2024</a:t>
            </a:fld>
            <a:endParaRPr lang="en-US"/>
          </a:p>
        </p:txBody>
      </p:sp>
      <p:sp>
        <p:nvSpPr>
          <p:cNvPr id="6" name="Footer Placeholder 5"/>
          <p:cNvSpPr>
            <a:spLocks noGrp="1"/>
          </p:cNvSpPr>
          <p:nvPr>
            <p:ph type="ftr" sz="quarter" idx="11"/>
          </p:nvPr>
        </p:nvSpPr>
        <p:spPr/>
        <p:txBody>
          <a:bodyPr/>
          <a:lstStyle/>
          <a:p>
            <a:r>
              <a:rPr lang="en-US"/>
              <a:t>https://www.sciencedirect.com/science/article/pii/S0168169920302301#b0225 </a:t>
            </a:r>
          </a:p>
        </p:txBody>
      </p:sp>
      <p:sp>
        <p:nvSpPr>
          <p:cNvPr id="7" name="Slide Number Placeholder 6"/>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373350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92A4F9-A628-4F32-917F-880EE78B153A}"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071573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14" name="TextBox 13"/>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3"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825745-8206-4AD3-B2F3-D08623FECBCF}"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859765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CBCBF2-7CFC-4B25-8674-3BB18F37868E}"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916154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14" name="TextBox 13"/>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782AC-BD23-48BA-91CE-0E46F7ABC896}"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744762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9317FE-57CE-4A8E-A8C2-9219499E2AD7}"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1118308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9E08FC-8189-49DE-A1F5-3D40C5B2CE19}"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127454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AD54A1-F366-49FB-A571-64FD396AB961}" type="datetime1">
              <a:rPr lang="en-US" smtClean="0"/>
              <a:pPr/>
              <a:t>8/6/2024</a:t>
            </a:fld>
            <a:endParaRPr lang="en-US"/>
          </a:p>
        </p:txBody>
      </p:sp>
      <p:sp>
        <p:nvSpPr>
          <p:cNvPr id="5" name="Footer Placeholder 4"/>
          <p:cNvSpPr>
            <a:spLocks noGrp="1"/>
          </p:cNvSpPr>
          <p:nvPr>
            <p:ph type="ftr" sz="quarter" idx="11"/>
          </p:nvPr>
        </p:nvSpPr>
        <p:spPr/>
        <p:txBody>
          <a:bodyPr/>
          <a:lstStyle/>
          <a:p>
            <a:r>
              <a:rPr lang="en-US"/>
              <a:t>https://www.sciencedirect.com/science/article/pii/S0168169920302301#b0225 </a:t>
            </a:r>
          </a:p>
        </p:txBody>
      </p:sp>
      <p:sp>
        <p:nvSpPr>
          <p:cNvPr id="6" name="Slide Number Placeholder 5"/>
          <p:cNvSpPr>
            <a:spLocks noGrp="1"/>
          </p:cNvSpPr>
          <p:nvPr>
            <p:ph type="sldNum" sz="quarter" idx="12"/>
          </p:nvPr>
        </p:nvSpPr>
        <p:spPr/>
        <p:txBody>
          <a:body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2584181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0945EC-D88E-4E4C-898D-08A0CC51DA82}" type="datetime1">
              <a:rPr lang="en-US" smtClean="0"/>
              <a:pPr/>
              <a:t>8/6/2024</a:t>
            </a:fld>
            <a:endParaRPr lang="en-US"/>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https://www.sciencedirect.com/science/article/pii/S0168169920302301#b0225 </a:t>
            </a: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4E22AC-0763-4DBF-90F8-385DBC210BA0}" type="slidenum">
              <a:rPr lang="en-US" smtClean="0"/>
              <a:pPr/>
              <a:t>‹#›</a:t>
            </a:fld>
            <a:endParaRPr lang="en-US"/>
          </a:p>
        </p:txBody>
      </p:sp>
    </p:spTree>
    <p:extLst>
      <p:ext uri="{BB962C8B-B14F-4D97-AF65-F5344CB8AC3E}">
        <p14:creationId xmlns:p14="http://schemas.microsoft.com/office/powerpoint/2010/main" xmlns="" val="3705584732"/>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hf sldNum="0" hdr="0" dt="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github.com/AkojuAkhilesh/606_capston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kaggle.com/code/theeyeschico/crop-analysis-and-prediction/inpu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1020575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ieeexplore.ieee.org/document/10205756" TargetMode="External"/><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hyperlink" Target="https://www.sciencedirect.com/science/article/abs/pii/S0168192308003043" TargetMode="Externa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hyperlink" Target="https://www.sciencedirect.com/science/article/abs/pii/S0168192308003043" TargetMode="Externa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hyperlink" Target="https://ieeexplore.ieee.org/document/9418375"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hyperlink" Target="https://ieeexplore.ieee.org/document/9418375" TargetMode="Externa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hyperlink" Target="https://ieeexplore.ieee.org/document/9418375" TargetMode="Externa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hyperlink" Target="https://ieeexplore.ieee.org/document/9788221" TargetMode="Externa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ieeexplore.ieee.org/document/9788221"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hyperlink" Target="https://ieeexplore.ieee.org/document/9788221" TargetMode="Externa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hyperlink" Target="https://ieeexplore.ieee.org/document/9788221" TargetMode="Externa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hyperlink" Target="https://ieeexplore.ieee.org/document/9418375" TargetMode="External"/><Relationship Id="rId3" Type="http://schemas.openxmlformats.org/officeDocument/2006/relationships/hyperlink" Target="https://www.sciencedirect.com/science/article/pii/S0168169920302301" TargetMode="External"/><Relationship Id="rId7" Type="http://schemas.openxmlformats.org/officeDocument/2006/relationships/hyperlink" Target="https://ieeexplore.ieee.org/document/978822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ieeexplore.ieee.org/document/9418351" TargetMode="External"/><Relationship Id="rId5" Type="http://schemas.openxmlformats.org/officeDocument/2006/relationships/hyperlink" Target="https://ieeexplore.ieee.org/document/10205756" TargetMode="External"/><Relationship Id="rId4" Type="http://schemas.openxmlformats.org/officeDocument/2006/relationships/hyperlink" Target="https://www.sciencedirect.com/science/article/abs/pii/S016819230800304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2856"/>
            <a:ext cx="7772400" cy="1467594"/>
          </a:xfrm>
        </p:spPr>
        <p:txBody>
          <a:bodyPr>
            <a:normAutofit/>
          </a:bodyPr>
          <a:lstStyle/>
          <a:p>
            <a:r>
              <a:rPr lang="en-US" b="1" dirty="0"/>
              <a:t>Crop Analysis and Prediction Using Machine Learning</a:t>
            </a:r>
          </a:p>
        </p:txBody>
      </p:sp>
      <p:sp>
        <p:nvSpPr>
          <p:cNvPr id="3" name="Subtitle 2"/>
          <p:cNvSpPr>
            <a:spLocks noGrp="1"/>
          </p:cNvSpPr>
          <p:nvPr>
            <p:ph type="subTitle" idx="1"/>
          </p:nvPr>
        </p:nvSpPr>
        <p:spPr>
          <a:xfrm>
            <a:off x="1331640" y="3886200"/>
            <a:ext cx="6440760" cy="2351112"/>
          </a:xfrm>
        </p:spPr>
        <p:txBody>
          <a:bodyPr>
            <a:normAutofit/>
          </a:bodyPr>
          <a:lstStyle/>
          <a:p>
            <a:r>
              <a:rPr lang="en-US" sz="2800" dirty="0"/>
              <a:t>				- Team A</a:t>
            </a:r>
          </a:p>
          <a:p>
            <a:r>
              <a:rPr lang="en-US" sz="2800" dirty="0"/>
              <a:t> 			            Akhilesh Akoju</a:t>
            </a:r>
          </a:p>
          <a:p>
            <a:r>
              <a:rPr lang="en-US" sz="2800" dirty="0"/>
              <a:t>				   Akhil Reddy Goli</a:t>
            </a:r>
          </a:p>
          <a:p>
            <a:r>
              <a:rPr lang="en-US" sz="2800" dirty="0"/>
              <a:t>			     Divya Balaji</a:t>
            </a:r>
          </a:p>
          <a:p>
            <a:endParaRPr lang="en-US" sz="2800" dirty="0"/>
          </a:p>
          <a:p>
            <a:pPr>
              <a:buFontTx/>
              <a:buChar cha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219256" cy="1872208"/>
          </a:xfrm>
        </p:spPr>
        <p:txBody>
          <a:bodyPr/>
          <a:lstStyle/>
          <a:p>
            <a:pPr>
              <a:lnSpc>
                <a:spcPct val="150000"/>
              </a:lnSpc>
            </a:pPr>
            <a:r>
              <a:rPr lang="en-US" sz="2000" dirty="0" err="1"/>
              <a:t>Kaggle</a:t>
            </a:r>
            <a:r>
              <a:rPr lang="en-US" sz="2000" dirty="0"/>
              <a:t> ID: 7672689</a:t>
            </a:r>
          </a:p>
          <a:p>
            <a:pPr>
              <a:lnSpc>
                <a:spcPct val="150000"/>
              </a:lnSpc>
            </a:pPr>
            <a:r>
              <a:rPr lang="en-US" sz="2000" dirty="0" err="1"/>
              <a:t>GitHub</a:t>
            </a:r>
            <a:r>
              <a:rPr lang="en-US" sz="2000" dirty="0"/>
              <a:t> Repository Link: </a:t>
            </a:r>
            <a:r>
              <a:rPr lang="en-US" sz="2000" dirty="0">
                <a:hlinkClick r:id="rId2"/>
              </a:rPr>
              <a:t>https://github.com/AkojuAkhilesh/606_capstone</a:t>
            </a:r>
            <a:r>
              <a:rPr lang="en-US" sz="2000" dirty="0"/>
              <a:t> </a:t>
            </a:r>
          </a:p>
          <a:p>
            <a:pPr>
              <a:lnSpc>
                <a:spcPct val="150000"/>
              </a:lnSpc>
            </a:pPr>
            <a:r>
              <a:rPr lang="en-US" sz="2000" dirty="0"/>
              <a:t>Snapshot of GitHub Page: </a:t>
            </a:r>
          </a:p>
        </p:txBody>
      </p:sp>
      <p:pic>
        <p:nvPicPr>
          <p:cNvPr id="4" name="Picture 3" descr="A screenshot of a computer&#10;&#10;Description automatically generated">
            <a:extLst>
              <a:ext uri="{FF2B5EF4-FFF2-40B4-BE49-F238E27FC236}">
                <a16:creationId xmlns:a16="http://schemas.microsoft.com/office/drawing/2014/main" xmlns="" id="{D466B461-40CF-F44E-8C90-159B68B820CB}"/>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70384" y="2390266"/>
            <a:ext cx="7772400" cy="41255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lstStyle/>
          <a:p>
            <a:r>
              <a:rPr lang="en-US" dirty="0"/>
              <a:t>Introduction</a:t>
            </a:r>
          </a:p>
        </p:txBody>
      </p:sp>
      <p:sp>
        <p:nvSpPr>
          <p:cNvPr id="3" name="Content Placeholder 2"/>
          <p:cNvSpPr>
            <a:spLocks noGrp="1"/>
          </p:cNvSpPr>
          <p:nvPr>
            <p:ph idx="1"/>
          </p:nvPr>
        </p:nvSpPr>
        <p:spPr/>
        <p:txBody>
          <a:bodyPr>
            <a:noAutofit/>
          </a:bodyPr>
          <a:lstStyle/>
          <a:p>
            <a:pPr marL="0" indent="0" algn="just"/>
            <a:r>
              <a:rPr lang="en-US" sz="1800" dirty="0"/>
              <a:t>Precision agriculture is an approach that uses information technology and a wide array of items such as GPS, sensors, and data analytics to enhance crop yields and optimize agricultural practices. By integrating machine learning, this project aims to analyze environmental and soil data to predict the optimal crops for specific conditions. This involves using historical data to train models that can understand and predict which crop varieties will thrive under various environmental factors such as soil type, climate conditions, and resource availability.</a:t>
            </a:r>
          </a:p>
          <a:p>
            <a:pPr marL="0" indent="0" algn="just"/>
            <a:r>
              <a:rPr lang="en-US" sz="1800" dirty="0"/>
              <a:t>The primary motivation for this project is to enhance agricultural productivity by enabling farmers to make better-informed decisions about what crops to plant and when. This is increasingly important as agricultural industries face challenges from changing climate conditions, population growth, and the need for sustainable practices. By using data-driven decisions, farmers can optimize the use of resources like water, fertilizers, and pesticides, which in turn contributes to more sustainable agricultural practices. The project aims to minimize waste and maximize efficiency in crop production.</a:t>
            </a:r>
          </a:p>
          <a:p>
            <a:pPr marL="0" indent="0" algn="just"/>
            <a:endParaRPr lang="en-US" sz="1800" dirty="0"/>
          </a:p>
        </p:txBody>
      </p:sp>
      <p:sp>
        <p:nvSpPr>
          <p:cNvPr id="4" name="Footer Placeholder 3"/>
          <p:cNvSpPr>
            <a:spLocks noGrp="1"/>
          </p:cNvSpPr>
          <p:nvPr>
            <p:ph type="ftr" sz="quarter" idx="11"/>
          </p:nvPr>
        </p:nvSpPr>
        <p:spPr/>
        <p:txBody>
          <a:bodyPr/>
          <a:lstStyle/>
          <a:p>
            <a:r>
              <a:rPr lang="en-US" dirty="0"/>
              <a:t>https://www.sciencedirect.com/science/article/pii/S0168169920302301#b0225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253"/>
            <a:ext cx="7772400" cy="1456267"/>
          </a:xfrm>
        </p:spPr>
        <p:txBody>
          <a:bodyPr>
            <a:normAutofit/>
          </a:bodyPr>
          <a:lstStyle/>
          <a:p>
            <a:r>
              <a:rPr lang="en-US" b="1" dirty="0"/>
              <a:t/>
            </a:r>
            <a:br>
              <a:rPr lang="en-US" b="1" dirty="0"/>
            </a:br>
            <a:r>
              <a:rPr lang="en-US" b="1" dirty="0"/>
              <a:t>Research Question/Hypothesis</a:t>
            </a:r>
            <a:br>
              <a:rPr lang="en-US" b="1" dirty="0"/>
            </a:br>
            <a:endParaRPr lang="en-US" dirty="0"/>
          </a:p>
        </p:txBody>
      </p:sp>
      <p:sp>
        <p:nvSpPr>
          <p:cNvPr id="3" name="Content Placeholder 2"/>
          <p:cNvSpPr>
            <a:spLocks noGrp="1"/>
          </p:cNvSpPr>
          <p:nvPr>
            <p:ph idx="1"/>
          </p:nvPr>
        </p:nvSpPr>
        <p:spPr>
          <a:xfrm>
            <a:off x="318356" y="1566153"/>
            <a:ext cx="8507288" cy="4315460"/>
          </a:xfrm>
        </p:spPr>
        <p:txBody>
          <a:bodyPr>
            <a:normAutofit fontScale="92500" lnSpcReduction="10000"/>
          </a:bodyPr>
          <a:lstStyle/>
          <a:p>
            <a:r>
              <a:rPr lang="en-US" sz="2000" dirty="0"/>
              <a:t>How accurately can machine learning models predict the optimal crop for given environmental and soil conditions?</a:t>
            </a:r>
          </a:p>
          <a:p>
            <a:pPr marL="0" indent="0" algn="just">
              <a:buNone/>
            </a:pPr>
            <a:r>
              <a:rPr lang="en-US" sz="2000" dirty="0"/>
              <a:t>    </a:t>
            </a:r>
            <a:r>
              <a:rPr lang="en-US" sz="1600" dirty="0"/>
              <a:t>-  The accuracy of machine learning models in predicting the optimal crop for given environmental and soil conditions depends on the quality and quantity of data, the features used, and the algorithms applied. For the given data we have got an accuracy of 99% for the Random forest machine learning algorithm.</a:t>
            </a:r>
          </a:p>
          <a:p>
            <a:r>
              <a:rPr lang="en-US" sz="2000" dirty="0"/>
              <a:t>What are the most significant environmental and soil factors that influence crop recommendation?</a:t>
            </a:r>
          </a:p>
          <a:p>
            <a:pPr marL="0" indent="0">
              <a:buNone/>
            </a:pPr>
            <a:r>
              <a:rPr lang="en-US" sz="2000" dirty="0"/>
              <a:t>    -    </a:t>
            </a:r>
            <a:r>
              <a:rPr lang="en-US" sz="1500" dirty="0"/>
              <a:t>After performing feature importance we have considered the top most environmental and soil factors as Humidity, Rainfall and K (Potassium) value.</a:t>
            </a:r>
          </a:p>
          <a:p>
            <a:r>
              <a:rPr lang="en-US" sz="2000" dirty="0"/>
              <a:t>What are the potential economic benefits for farmers using a machine learning-based crop recommendation system?</a:t>
            </a:r>
          </a:p>
          <a:p>
            <a:pPr marL="0" indent="0" algn="just">
              <a:buNone/>
            </a:pPr>
            <a:r>
              <a:rPr lang="en-US" sz="2000" dirty="0"/>
              <a:t>    -  </a:t>
            </a:r>
            <a:r>
              <a:rPr lang="en-US" sz="1500" dirty="0"/>
              <a:t>A machine learning-based crop recommendation system helps farmers optimize crop selection and resource use, increasing yield and profitability while reducing costs and risks. It also aids in market analysis and sustainable practices, ensuring long-term economic benefits.</a:t>
            </a:r>
          </a:p>
          <a:p>
            <a:endParaRPr lang="en-US" sz="2000" dirty="0"/>
          </a:p>
        </p:txBody>
      </p:sp>
      <p:sp>
        <p:nvSpPr>
          <p:cNvPr id="4" name="Footer Placeholder 3"/>
          <p:cNvSpPr>
            <a:spLocks noGrp="1"/>
          </p:cNvSpPr>
          <p:nvPr>
            <p:ph type="ftr" sz="quarter" idx="11"/>
          </p:nvPr>
        </p:nvSpPr>
        <p:spPr/>
        <p:txBody>
          <a:bodyPr/>
          <a:lstStyle/>
          <a:p>
            <a:r>
              <a:rPr lang="en-US"/>
              <a:t>https://www.sciencedirect.com/science/article/pii/S0168169920302301#b0225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96C06630-A001-BB01-F27E-D15D0101DC09}"/>
              </a:ext>
            </a:extLst>
          </p:cNvPr>
          <p:cNvSpPr>
            <a:spLocks noGrp="1"/>
          </p:cNvSpPr>
          <p:nvPr>
            <p:ph type="ftr" sz="quarter" idx="11"/>
          </p:nvPr>
        </p:nvSpPr>
        <p:spPr/>
        <p:txBody>
          <a:bodyPr/>
          <a:lstStyle/>
          <a:p>
            <a:r>
              <a:rPr lang="en-US"/>
              <a:t>https://www.sciencedirect.com/science/article/pii/S0168169920302301#b0225 </a:t>
            </a:r>
          </a:p>
        </p:txBody>
      </p:sp>
      <p:sp>
        <p:nvSpPr>
          <p:cNvPr id="4" name="TextBox 3">
            <a:extLst>
              <a:ext uri="{FF2B5EF4-FFF2-40B4-BE49-F238E27FC236}">
                <a16:creationId xmlns:a16="http://schemas.microsoft.com/office/drawing/2014/main" xmlns="" id="{39F3F7F7-ADE0-48F9-710A-A3CF8FC37F79}"/>
              </a:ext>
            </a:extLst>
          </p:cNvPr>
          <p:cNvSpPr txBox="1"/>
          <p:nvPr/>
        </p:nvSpPr>
        <p:spPr>
          <a:xfrm>
            <a:off x="755576" y="692696"/>
            <a:ext cx="7704856" cy="2616101"/>
          </a:xfrm>
          <a:prstGeom prst="rect">
            <a:avLst/>
          </a:prstGeom>
          <a:noFill/>
        </p:spPr>
        <p:txBody>
          <a:bodyPr wrap="square">
            <a:spAutoFit/>
          </a:bodyPr>
          <a:lstStyle/>
          <a:p>
            <a:pPr marL="285750" indent="-285750">
              <a:buFont typeface="Arial" panose="020B0604020202020204" pitchFamily="34" charset="0"/>
              <a:buChar char="•"/>
            </a:pPr>
            <a:r>
              <a:rPr lang="en-US" sz="1800" dirty="0"/>
              <a:t>What are the environmental impacts of implementing data-driven crop recommendations on a large scale?</a:t>
            </a:r>
          </a:p>
          <a:p>
            <a:pPr marL="0" indent="0" algn="just">
              <a:buNone/>
            </a:pPr>
            <a:r>
              <a:rPr lang="en-US" sz="1800" dirty="0"/>
              <a:t>   -    </a:t>
            </a:r>
            <a:r>
              <a:rPr lang="en-US" sz="1400" dirty="0"/>
              <a:t>Implementing data-driven crop recommendations on a large scale reduces resource waste and promotes sustainable farming practices, leading to lower environmental impact and improved soil health. It also minimizes the use of harmful chemicals, protecting ecosystems and biodiversity.</a:t>
            </a:r>
          </a:p>
          <a:p>
            <a:pPr marL="0" indent="0">
              <a:buNone/>
            </a:pPr>
            <a:endParaRPr lang="en-US" sz="1800" dirty="0"/>
          </a:p>
          <a:p>
            <a:pPr marL="285750" indent="-285750">
              <a:buFont typeface="Arial" panose="020B0604020202020204" pitchFamily="34" charset="0"/>
              <a:buChar char="•"/>
            </a:pPr>
            <a:r>
              <a:rPr lang="en-US" sz="1800" dirty="0"/>
              <a:t>What extra difference did we introduce comparing to the existing models?</a:t>
            </a:r>
          </a:p>
          <a:p>
            <a:r>
              <a:rPr lang="en-US" dirty="0"/>
              <a:t>   </a:t>
            </a:r>
            <a:r>
              <a:rPr lang="en-US" sz="1400" dirty="0"/>
              <a:t>-      When farmers give the necessary environmental and soil conditions, we have developed an algorithm that suggests them the top 5 crops that can be grown in those given conditions giving their probability too.</a:t>
            </a:r>
          </a:p>
        </p:txBody>
      </p:sp>
    </p:spTree>
    <p:extLst>
      <p:ext uri="{BB962C8B-B14F-4D97-AF65-F5344CB8AC3E}">
        <p14:creationId xmlns:p14="http://schemas.microsoft.com/office/powerpoint/2010/main" xmlns="" val="3908973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State of the Art and Literature Review</a:t>
            </a:r>
          </a:p>
        </p:txBody>
      </p:sp>
      <p:sp>
        <p:nvSpPr>
          <p:cNvPr id="3" name="Content Placeholder 2"/>
          <p:cNvSpPr>
            <a:spLocks noGrp="1"/>
          </p:cNvSpPr>
          <p:nvPr>
            <p:ph idx="1"/>
          </p:nvPr>
        </p:nvSpPr>
        <p:spPr>
          <a:xfrm>
            <a:off x="457200" y="1556792"/>
            <a:ext cx="8363272" cy="4234409"/>
          </a:xfrm>
        </p:spPr>
        <p:txBody>
          <a:bodyPr>
            <a:normAutofit/>
          </a:bodyPr>
          <a:lstStyle/>
          <a:p>
            <a:pPr marL="0" indent="0" algn="just">
              <a:lnSpc>
                <a:spcPct val="160000"/>
              </a:lnSpc>
              <a:buNone/>
            </a:pPr>
            <a:r>
              <a:rPr lang="en-US" sz="1600" b="1" dirty="0"/>
              <a:t>Current Approaches :</a:t>
            </a:r>
          </a:p>
          <a:p>
            <a:r>
              <a:rPr lang="en-US" sz="2000" dirty="0"/>
              <a:t>Traditional farming relies on farmers' experience and general practices without considering specific soil and climate variations. Modern agriculture uses some automation, like machinery for planting and harvesting, but often relies on broad data rather than detailed, plot-specific information.</a:t>
            </a:r>
          </a:p>
          <a:p>
            <a:pPr>
              <a:buNone/>
            </a:pPr>
            <a:r>
              <a:rPr lang="en-US" sz="1600" b="1" dirty="0"/>
              <a:t>Gaps Identified</a:t>
            </a:r>
            <a:r>
              <a:rPr lang="en-US" sz="1600" dirty="0"/>
              <a:t>: </a:t>
            </a:r>
          </a:p>
          <a:p>
            <a:r>
              <a:rPr lang="en-US" sz="2000" dirty="0"/>
              <a:t>Despite advances, current agricultural tools still have major gaps. They lack real-time prediction and adaptive models, making it hard to respond quickly to weather changes, pests, and other environmental shifts. Most technologies use generic models, which aren't tailored to local conditions, leading to inefficiencies and lower crop yields.</a:t>
            </a:r>
          </a:p>
          <a:p>
            <a:endParaRPr lang="en-US" sz="2000" dirty="0"/>
          </a:p>
        </p:txBody>
      </p:sp>
      <p:sp>
        <p:nvSpPr>
          <p:cNvPr id="4" name="Footer Placeholder 3"/>
          <p:cNvSpPr>
            <a:spLocks noGrp="1"/>
          </p:cNvSpPr>
          <p:nvPr>
            <p:ph type="ftr" sz="quarter" idx="11"/>
          </p:nvPr>
        </p:nvSpPr>
        <p:spPr/>
        <p:txBody>
          <a:bodyPr/>
          <a:lstStyle/>
          <a:p>
            <a:r>
              <a:rPr lang="en-US"/>
              <a:t>https://www.sciencedirect.com/science/article/pii/S0168169920302301#b0225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659159"/>
          </a:xfrm>
        </p:spPr>
        <p:txBody>
          <a:bodyPr/>
          <a:lstStyle/>
          <a:p>
            <a:r>
              <a:rPr lang="en-US" dirty="0"/>
              <a:t>Introduction to the Dataset</a:t>
            </a:r>
          </a:p>
        </p:txBody>
      </p:sp>
      <p:sp>
        <p:nvSpPr>
          <p:cNvPr id="3" name="Content Placeholder 2"/>
          <p:cNvSpPr>
            <a:spLocks noGrp="1"/>
          </p:cNvSpPr>
          <p:nvPr>
            <p:ph idx="1"/>
          </p:nvPr>
        </p:nvSpPr>
        <p:spPr>
          <a:xfrm>
            <a:off x="466852" y="1233413"/>
            <a:ext cx="7772400" cy="4824536"/>
          </a:xfrm>
        </p:spPr>
        <p:txBody>
          <a:bodyPr>
            <a:noAutofit/>
          </a:bodyPr>
          <a:lstStyle/>
          <a:p>
            <a:pPr marL="0" indent="0" algn="just">
              <a:lnSpc>
                <a:spcPct val="170000"/>
              </a:lnSpc>
              <a:buNone/>
            </a:pPr>
            <a:endParaRPr lang="en-US" sz="1600" b="1" dirty="0"/>
          </a:p>
          <a:p>
            <a:pPr marL="0" indent="0" algn="just">
              <a:lnSpc>
                <a:spcPct val="170000"/>
              </a:lnSpc>
              <a:buNone/>
            </a:pPr>
            <a:endParaRPr lang="en-US" sz="1600" b="1" dirty="0"/>
          </a:p>
          <a:p>
            <a:pPr marL="0" indent="0" algn="just">
              <a:lnSpc>
                <a:spcPct val="170000"/>
              </a:lnSpc>
              <a:buNone/>
            </a:pPr>
            <a:endParaRPr lang="en-US" sz="1600" b="1" dirty="0"/>
          </a:p>
          <a:p>
            <a:pPr marL="0" indent="0" algn="just">
              <a:lnSpc>
                <a:spcPct val="170000"/>
              </a:lnSpc>
              <a:buNone/>
            </a:pPr>
            <a:endParaRPr lang="en-US" sz="1600" b="1" dirty="0"/>
          </a:p>
          <a:p>
            <a:pPr marL="0" indent="0" algn="just">
              <a:lnSpc>
                <a:spcPct val="170000"/>
              </a:lnSpc>
              <a:buNone/>
            </a:pPr>
            <a:r>
              <a:rPr lang="en-US" sz="1600" b="1" dirty="0"/>
              <a:t>Source: The dataset is hosted on Kaggle, a popular platform for data science projects and competitions.</a:t>
            </a:r>
          </a:p>
          <a:p>
            <a:pPr marL="0" indent="0" algn="just">
              <a:lnSpc>
                <a:spcPct val="170000"/>
              </a:lnSpc>
              <a:buNone/>
            </a:pPr>
            <a:r>
              <a:rPr lang="en-US" sz="1600" b="1" dirty="0"/>
              <a:t>Data Size and Structure</a:t>
            </a:r>
          </a:p>
          <a:p>
            <a:pPr algn="just">
              <a:lnSpc>
                <a:spcPct val="170000"/>
              </a:lnSpc>
            </a:pPr>
            <a:r>
              <a:rPr lang="en-US" sz="1600" dirty="0"/>
              <a:t>Number of Instances/Samples: 2,200            Number of Attributes: 8 raw attributes</a:t>
            </a:r>
          </a:p>
          <a:p>
            <a:pPr marL="0" indent="0" algn="just">
              <a:lnSpc>
                <a:spcPct val="170000"/>
              </a:lnSpc>
              <a:buNone/>
            </a:pPr>
            <a:r>
              <a:rPr lang="en-US" sz="1600" b="1" dirty="0"/>
              <a:t>Features: 7 ( That we are interested in)</a:t>
            </a:r>
          </a:p>
          <a:p>
            <a:pPr algn="just">
              <a:lnSpc>
                <a:spcPct val="170000"/>
              </a:lnSpc>
            </a:pPr>
            <a:r>
              <a:rPr lang="en-US" sz="1600" dirty="0"/>
              <a:t>Soil Nutrients: Nitrogen (N), Phosphorus (P), Potassium (K)</a:t>
            </a:r>
          </a:p>
          <a:p>
            <a:pPr algn="just">
              <a:lnSpc>
                <a:spcPct val="170000"/>
              </a:lnSpc>
            </a:pPr>
            <a:r>
              <a:rPr lang="en-US" sz="1600" dirty="0"/>
              <a:t>Weather Conditions: Temperature, Humidity, Rainfall</a:t>
            </a:r>
          </a:p>
          <a:p>
            <a:pPr algn="just">
              <a:lnSpc>
                <a:spcPct val="170000"/>
              </a:lnSpc>
            </a:pPr>
            <a:r>
              <a:rPr lang="en-US" sz="1600" dirty="0"/>
              <a:t>Soil pH: pH level of the soil</a:t>
            </a:r>
          </a:p>
          <a:p>
            <a:pPr marL="0" indent="0" algn="just">
              <a:lnSpc>
                <a:spcPct val="170000"/>
              </a:lnSpc>
              <a:buNone/>
            </a:pPr>
            <a:r>
              <a:rPr lang="en-US" sz="1600" b="1" dirty="0"/>
              <a:t>Target Variable: </a:t>
            </a:r>
            <a:r>
              <a:rPr lang="en-US" sz="1600" dirty="0"/>
              <a:t>Crop type recommended (categorical variable) – 22 categories.</a:t>
            </a:r>
          </a:p>
          <a:p>
            <a:pPr marL="0" indent="0" algn="just">
              <a:lnSpc>
                <a:spcPct val="170000"/>
              </a:lnSpc>
            </a:pPr>
            <a:r>
              <a:rPr lang="en-US" sz="1600" dirty="0"/>
              <a:t>       The target variable, 'label', represents the type of crop recommended based on the input features. The dataset contains multiple crop categories such as rice, wheat, maize, etc.</a:t>
            </a:r>
          </a:p>
          <a:p>
            <a:pPr marL="0" indent="0" algn="just">
              <a:lnSpc>
                <a:spcPct val="170000"/>
              </a:lnSpc>
              <a:buNone/>
            </a:pPr>
            <a:endParaRPr lang="en-US" sz="1600" dirty="0"/>
          </a:p>
          <a:p>
            <a:endParaRPr lang="en-US" sz="1600" dirty="0"/>
          </a:p>
          <a:p>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19256" cy="5505475"/>
          </a:xfrm>
        </p:spPr>
        <p:txBody>
          <a:bodyPr>
            <a:normAutofit fontScale="85000" lnSpcReduction="20000"/>
          </a:bodyPr>
          <a:lstStyle/>
          <a:p>
            <a:pPr algn="just">
              <a:lnSpc>
                <a:spcPct val="150000"/>
              </a:lnSpc>
            </a:pPr>
            <a:r>
              <a:rPr lang="en-US" b="1" dirty="0"/>
              <a:t>Link to the Dataset</a:t>
            </a:r>
          </a:p>
          <a:p>
            <a:pPr marL="285750" indent="-285750" algn="just">
              <a:lnSpc>
                <a:spcPct val="150000"/>
              </a:lnSpc>
            </a:pPr>
            <a:r>
              <a:rPr lang="en-US" dirty="0" err="1"/>
              <a:t>Kaggle</a:t>
            </a:r>
            <a:r>
              <a:rPr lang="en-US" dirty="0"/>
              <a:t> Dataset Link: </a:t>
            </a:r>
            <a:r>
              <a:rPr lang="en-US" dirty="0">
                <a:hlinkClick r:id="rId2"/>
              </a:rPr>
              <a:t>https://www.kaggle.com/code/theeyeschico/crop-analysis-and-prediction/input</a:t>
            </a:r>
            <a:r>
              <a:rPr lang="en-US" dirty="0"/>
              <a:t> </a:t>
            </a:r>
          </a:p>
          <a:p>
            <a:pPr algn="just">
              <a:lnSpc>
                <a:spcPct val="150000"/>
              </a:lnSpc>
            </a:pPr>
            <a:r>
              <a:rPr lang="en-US" b="1" dirty="0"/>
              <a:t>Types of Machine Learning or Data Analysis</a:t>
            </a:r>
          </a:p>
          <a:p>
            <a:pPr algn="just">
              <a:lnSpc>
                <a:spcPct val="150000"/>
              </a:lnSpc>
            </a:pPr>
            <a:r>
              <a:rPr lang="en-US" b="1" dirty="0"/>
              <a:t>Type of Task</a:t>
            </a:r>
            <a:r>
              <a:rPr lang="en-US" dirty="0"/>
              <a:t>: Classification (multi)</a:t>
            </a:r>
          </a:p>
          <a:p>
            <a:pPr algn="just">
              <a:lnSpc>
                <a:spcPct val="150000"/>
              </a:lnSpc>
            </a:pPr>
            <a:r>
              <a:rPr lang="en-US" b="1" dirty="0"/>
              <a:t>Goal</a:t>
            </a:r>
            <a:r>
              <a:rPr lang="en-US" dirty="0"/>
              <a:t>: The primary goal is to classify which crops are best suited for cultivation based on specific environmental conditions and soil characteristics.</a:t>
            </a:r>
          </a:p>
          <a:p>
            <a:pPr algn="just">
              <a:lnSpc>
                <a:spcPct val="150000"/>
              </a:lnSpc>
            </a:pPr>
            <a:r>
              <a:rPr lang="en-US" b="1" dirty="0"/>
              <a:t>Machine Learning Techniques</a:t>
            </a:r>
            <a:r>
              <a:rPr lang="en-US" dirty="0"/>
              <a:t>:</a:t>
            </a:r>
          </a:p>
          <a:p>
            <a:pPr marL="285750" indent="-285750" algn="just">
              <a:lnSpc>
                <a:spcPct val="150000"/>
              </a:lnSpc>
            </a:pPr>
            <a:r>
              <a:rPr lang="en-US" dirty="0"/>
              <a:t>Decision Trees, Random Forest, Gradient Boosting, </a:t>
            </a:r>
          </a:p>
          <a:p>
            <a:pPr marL="285750" indent="-285750" algn="just">
              <a:lnSpc>
                <a:spcPct val="150000"/>
              </a:lnSpc>
            </a:pPr>
            <a:r>
              <a:rPr lang="en-US" dirty="0"/>
              <a:t>Logistic Regression (multi), Linear </a:t>
            </a:r>
            <a:r>
              <a:rPr lang="en-US" dirty="0" err="1"/>
              <a:t>Discriminant</a:t>
            </a:r>
            <a:r>
              <a:rPr lang="en-US" dirty="0"/>
              <a:t> Analysis (LDA)</a:t>
            </a:r>
          </a:p>
          <a:p>
            <a:pPr marL="285750" indent="-285750" algn="just">
              <a:lnSpc>
                <a:spcPct val="150000"/>
              </a:lnSpc>
            </a:pPr>
            <a:r>
              <a:rPr lang="en-US" dirty="0"/>
              <a:t>Support Vector Machines (SVM), K-Nearest Neighbors (KNN)</a:t>
            </a:r>
          </a:p>
          <a:p>
            <a:pPr marL="285750" indent="-285750" algn="just">
              <a:lnSpc>
                <a:spcPct val="150000"/>
              </a:lnSpc>
            </a:pPr>
            <a:r>
              <a:rPr lang="en-US" dirty="0"/>
              <a:t>Naïve </a:t>
            </a:r>
            <a:r>
              <a:rPr lang="en-US" dirty="0" err="1"/>
              <a:t>Bayes</a:t>
            </a:r>
            <a:endParaRPr lang="en-US" dirty="0"/>
          </a:p>
          <a:p>
            <a:pPr marL="285750" indent="-285750" algn="just">
              <a:lnSpc>
                <a:spcPct val="150000"/>
              </a:lnSpc>
            </a:pPr>
            <a:r>
              <a:rPr lang="en-US" dirty="0"/>
              <a:t> Neural Networks, </a:t>
            </a:r>
            <a:r>
              <a:rPr lang="en-US" dirty="0" err="1"/>
              <a:t>Adaboost</a:t>
            </a:r>
            <a:endParaRPr lang="en-US" dirty="0"/>
          </a:p>
          <a:p>
            <a:endParaRPr lang="en-US" dirty="0"/>
          </a:p>
        </p:txBody>
      </p:sp>
      <p:sp>
        <p:nvSpPr>
          <p:cNvPr id="4" name="Footer Placeholder 3"/>
          <p:cNvSpPr>
            <a:spLocks noGrp="1"/>
          </p:cNvSpPr>
          <p:nvPr>
            <p:ph type="ftr" sz="quarter" idx="11"/>
          </p:nvPr>
        </p:nvSpPr>
        <p:spPr/>
        <p:txBody>
          <a:bodyPr/>
          <a:lstStyle/>
          <a:p>
            <a:r>
              <a:rPr lang="en-US" dirty="0"/>
              <a:t>https://ieeexplore.ieee.org/document/10205756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19256" cy="5760640"/>
          </a:xfrm>
        </p:spPr>
        <p:txBody>
          <a:bodyPr>
            <a:normAutofit fontScale="55000" lnSpcReduction="20000"/>
          </a:bodyPr>
          <a:lstStyle/>
          <a:p>
            <a:pPr lvl="0">
              <a:buNone/>
            </a:pPr>
            <a:endParaRPr lang="en-US" sz="2600" b="1" dirty="0"/>
          </a:p>
          <a:p>
            <a:pPr lvl="0">
              <a:buNone/>
            </a:pPr>
            <a:endParaRPr lang="en-US" sz="2600" b="1" dirty="0"/>
          </a:p>
          <a:p>
            <a:pPr lvl="0">
              <a:buNone/>
            </a:pPr>
            <a:r>
              <a:rPr lang="en-US" sz="2900" b="1" dirty="0"/>
              <a:t>Summary of the before works</a:t>
            </a:r>
            <a:r>
              <a:rPr lang="en-US" sz="2900" dirty="0"/>
              <a:t>:</a:t>
            </a:r>
          </a:p>
          <a:p>
            <a:pPr lvl="0"/>
            <a:r>
              <a:rPr lang="en-US" sz="2900" dirty="0"/>
              <a:t>Predicting a single or few classes.</a:t>
            </a:r>
          </a:p>
          <a:p>
            <a:pPr lvl="0"/>
            <a:r>
              <a:rPr lang="en-US" sz="2900" dirty="0"/>
              <a:t>Only the soil conditions.</a:t>
            </a:r>
          </a:p>
          <a:p>
            <a:pPr lvl="0"/>
            <a:r>
              <a:rPr lang="en-US" sz="2900" dirty="0"/>
              <a:t>Only the environmental conditions.</a:t>
            </a:r>
          </a:p>
          <a:p>
            <a:pPr lvl="0"/>
            <a:r>
              <a:rPr lang="en-US" sz="2900" dirty="0"/>
              <a:t>Fewer models (</a:t>
            </a:r>
            <a:r>
              <a:rPr lang="en-US" sz="2900" dirty="0" err="1"/>
              <a:t>knn</a:t>
            </a:r>
            <a:r>
              <a:rPr lang="en-US" sz="2900" dirty="0"/>
              <a:t>/decision tress etc.)</a:t>
            </a:r>
          </a:p>
          <a:p>
            <a:pPr lvl="0"/>
            <a:r>
              <a:rPr lang="en-US" sz="2900" dirty="0"/>
              <a:t>Less accuracy. (Around 90 %)</a:t>
            </a:r>
          </a:p>
          <a:p>
            <a:pPr lvl="0"/>
            <a:r>
              <a:rPr lang="en-US" sz="2900" dirty="0"/>
              <a:t>No recommendation page in some of them.</a:t>
            </a:r>
          </a:p>
          <a:p>
            <a:pPr lvl="0">
              <a:buNone/>
            </a:pPr>
            <a:r>
              <a:rPr lang="en-US" sz="2900" b="1" dirty="0"/>
              <a:t>How our model will be different</a:t>
            </a:r>
            <a:r>
              <a:rPr lang="en-US" sz="2900" dirty="0"/>
              <a:t>:</a:t>
            </a:r>
          </a:p>
          <a:p>
            <a:r>
              <a:rPr lang="en-US" sz="2900" dirty="0"/>
              <a:t>We are trying to overcome all of the above issues in our single </a:t>
            </a:r>
            <a:r>
              <a:rPr lang="en-US" sz="2900" dirty="0" smtClean="0"/>
              <a:t>project.</a:t>
            </a:r>
          </a:p>
          <a:p>
            <a:r>
              <a:rPr lang="en-US" sz="2900" dirty="0" smtClean="0"/>
              <a:t>We are predicting 5 crops instead of one and also their probabilities</a:t>
            </a:r>
            <a:r>
              <a:rPr lang="en-US" sz="2900" dirty="0" smtClean="0"/>
              <a:t> </a:t>
            </a:r>
            <a:r>
              <a:rPr lang="en-US" sz="2900" dirty="0"/>
              <a:t>and might add additional data/ features for better real time performance.</a:t>
            </a:r>
          </a:p>
          <a:p>
            <a:r>
              <a:rPr lang="en-US" sz="2900" dirty="0"/>
              <a:t>Also trying better model evaluation techniques like accuracy, precision, recall, and F1-score. Techniques like cross-validation will be used to ensure that the model generalizes well on unseen data.</a:t>
            </a:r>
          </a:p>
          <a:p>
            <a:pPr>
              <a:buNone/>
            </a:pPr>
            <a:r>
              <a:rPr lang="en-US" sz="2900" b="1" dirty="0"/>
              <a:t>Proposed method</a:t>
            </a:r>
            <a:r>
              <a:rPr lang="en-US" sz="2900" dirty="0"/>
              <a:t>:</a:t>
            </a:r>
          </a:p>
          <a:p>
            <a:r>
              <a:rPr lang="en-US" sz="2900" dirty="0"/>
              <a:t>Data preprocessing, Model Training, Model Deployment.</a:t>
            </a:r>
          </a:p>
          <a:p>
            <a:endParaRPr lang="en-US" sz="2400" dirty="0"/>
          </a:p>
          <a:p>
            <a:pPr>
              <a:buNone/>
            </a:pPr>
            <a:endParaRPr lang="en-US" sz="2400" dirty="0"/>
          </a:p>
          <a:p>
            <a:pPr>
              <a:buNone/>
            </a:pPr>
            <a:endParaRPr lang="en-US" sz="2400" dirty="0"/>
          </a:p>
          <a:p>
            <a:pPr lvl="0"/>
            <a:endParaRPr lang="en-US" dirty="0"/>
          </a:p>
          <a:p>
            <a:endParaRPr lang="en-US" dirty="0"/>
          </a:p>
        </p:txBody>
      </p:sp>
      <p:sp>
        <p:nvSpPr>
          <p:cNvPr id="4" name="Footer Placeholder 3"/>
          <p:cNvSpPr>
            <a:spLocks noGrp="1"/>
          </p:cNvSpPr>
          <p:nvPr>
            <p:ph type="ftr" sz="quarter" idx="11"/>
          </p:nvPr>
        </p:nvSpPr>
        <p:spPr/>
        <p:txBody>
          <a:bodyPr/>
          <a:lstStyle/>
          <a:p>
            <a:r>
              <a:rPr lang="en-US" u="sng" dirty="0">
                <a:hlinkClick r:id="rId2"/>
              </a:rPr>
              <a:t>https://ieeexplore.ieee.org/document/10205756</a:t>
            </a: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09601"/>
            <a:ext cx="7762056" cy="1019199"/>
          </a:xfrm>
        </p:spPr>
        <p:txBody>
          <a:bodyPr/>
          <a:lstStyle/>
          <a:p>
            <a:r>
              <a:rPr lang="en-US" dirty="0" err="1" smtClean="0"/>
              <a:t>Outlliers</a:t>
            </a:r>
            <a:endParaRPr lang="en-US" dirty="0"/>
          </a:p>
        </p:txBody>
      </p:sp>
      <p:sp>
        <p:nvSpPr>
          <p:cNvPr id="3" name="Content Placeholder 2"/>
          <p:cNvSpPr>
            <a:spLocks noGrp="1"/>
          </p:cNvSpPr>
          <p:nvPr>
            <p:ph idx="1"/>
          </p:nvPr>
        </p:nvSpPr>
        <p:spPr>
          <a:xfrm>
            <a:off x="467544" y="1700808"/>
            <a:ext cx="7762056" cy="4090393"/>
          </a:xfrm>
        </p:spPr>
        <p:txBody>
          <a:bodyPr/>
          <a:lstStyle/>
          <a:p>
            <a:r>
              <a:rPr lang="en-US" dirty="0" smtClean="0"/>
              <a:t>We have used z score for detecting outliers.</a:t>
            </a:r>
          </a:p>
          <a:p>
            <a:r>
              <a:rPr lang="en-US" dirty="0" smtClean="0"/>
              <a:t>(z-score &gt; 3 or z-score &lt; -3</a:t>
            </a:r>
            <a:r>
              <a:rPr lang="en-US" dirty="0" smtClean="0"/>
              <a:t>)</a:t>
            </a: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https://www.sciencedirect.com/science/article/pii/S0168169920302301#b0225 </a:t>
            </a:r>
            <a:endParaRPr lang="en-US"/>
          </a:p>
        </p:txBody>
      </p:sp>
      <p:pic>
        <p:nvPicPr>
          <p:cNvPr id="6" name="Picture 5" descr="outlieer1.JPG"/>
          <p:cNvPicPr>
            <a:picLocks noChangeAspect="1"/>
          </p:cNvPicPr>
          <p:nvPr/>
        </p:nvPicPr>
        <p:blipFill>
          <a:blip r:embed="rId2" cstate="print"/>
          <a:stretch>
            <a:fillRect/>
          </a:stretch>
        </p:blipFill>
        <p:spPr>
          <a:xfrm>
            <a:off x="1043608" y="2852936"/>
            <a:ext cx="3663106" cy="2439614"/>
          </a:xfrm>
          <a:prstGeom prst="rect">
            <a:avLst/>
          </a:prstGeom>
        </p:spPr>
      </p:pic>
      <p:pic>
        <p:nvPicPr>
          <p:cNvPr id="7" name="Picture 6" descr="outlier2.JPG"/>
          <p:cNvPicPr>
            <a:picLocks noChangeAspect="1"/>
          </p:cNvPicPr>
          <p:nvPr/>
        </p:nvPicPr>
        <p:blipFill>
          <a:blip r:embed="rId3" cstate="print"/>
          <a:stretch>
            <a:fillRect/>
          </a:stretch>
        </p:blipFill>
        <p:spPr>
          <a:xfrm>
            <a:off x="5004048" y="2780928"/>
            <a:ext cx="3114848" cy="25891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291" y="180600"/>
            <a:ext cx="7772400" cy="1456267"/>
          </a:xfrm>
        </p:spPr>
        <p:txBody>
          <a:bodyPr/>
          <a:lstStyle/>
          <a:p>
            <a:r>
              <a:rPr lang="en-US" dirty="0"/>
              <a:t>Exploratory Data Analysis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114300" y="1484784"/>
            <a:ext cx="2801516" cy="2232248"/>
          </a:xfrm>
          <a:prstGeom prst="rect">
            <a:avLst/>
          </a:prstGeom>
          <a:noFill/>
          <a:ln w="9525">
            <a:noFill/>
            <a:miter lim="800000"/>
            <a:headEnd/>
            <a:tailEnd/>
          </a:ln>
        </p:spPr>
      </p:pic>
      <p:sp>
        <p:nvSpPr>
          <p:cNvPr id="7" name="Footer Placeholder 6"/>
          <p:cNvSpPr>
            <a:spLocks noGrp="1"/>
          </p:cNvSpPr>
          <p:nvPr>
            <p:ph type="ftr" sz="quarter" idx="11"/>
          </p:nvPr>
        </p:nvSpPr>
        <p:spPr>
          <a:xfrm>
            <a:off x="3212433" y="6299575"/>
            <a:ext cx="5990311" cy="377825"/>
          </a:xfrm>
        </p:spPr>
        <p:txBody>
          <a:bodyPr/>
          <a:lstStyle/>
          <a:p>
            <a:r>
              <a:rPr lang="en-US" dirty="0"/>
              <a:t>https://www.sciencedirect.com/science/article/pii/S0168169920302301#b0225 </a:t>
            </a:r>
          </a:p>
        </p:txBody>
      </p:sp>
      <p:pic>
        <p:nvPicPr>
          <p:cNvPr id="2051" name="Picture 3"/>
          <p:cNvPicPr>
            <a:picLocks noChangeAspect="1" noChangeArrowheads="1"/>
          </p:cNvPicPr>
          <p:nvPr/>
        </p:nvPicPr>
        <p:blipFill>
          <a:blip r:embed="rId3" cstate="print"/>
          <a:srcRect/>
          <a:stretch>
            <a:fillRect/>
          </a:stretch>
        </p:blipFill>
        <p:spPr bwMode="auto">
          <a:xfrm>
            <a:off x="96527" y="4005064"/>
            <a:ext cx="2819289" cy="2573451"/>
          </a:xfrm>
          <a:prstGeom prst="rect">
            <a:avLst/>
          </a:prstGeom>
          <a:noFill/>
          <a:ln w="9525">
            <a:noFill/>
            <a:miter lim="800000"/>
            <a:headEnd/>
            <a:tailEnd/>
          </a:ln>
        </p:spPr>
      </p:pic>
      <p:sp>
        <p:nvSpPr>
          <p:cNvPr id="3" name="TextBox 2">
            <a:extLst>
              <a:ext uri="{FF2B5EF4-FFF2-40B4-BE49-F238E27FC236}">
                <a16:creationId xmlns:a16="http://schemas.microsoft.com/office/drawing/2014/main" xmlns="" id="{F431C19D-7656-F0AB-F98C-544A171BE57B}"/>
              </a:ext>
            </a:extLst>
          </p:cNvPr>
          <p:cNvSpPr txBox="1"/>
          <p:nvPr/>
        </p:nvSpPr>
        <p:spPr>
          <a:xfrm>
            <a:off x="3203848" y="1484784"/>
            <a:ext cx="5825852" cy="2308324"/>
          </a:xfrm>
          <a:prstGeom prst="rect">
            <a:avLst/>
          </a:prstGeom>
          <a:noFill/>
        </p:spPr>
        <p:txBody>
          <a:bodyPr wrap="square" rtlCol="0">
            <a:spAutoFit/>
          </a:bodyPr>
          <a:lstStyle/>
          <a:p>
            <a:r>
              <a:rPr lang="en-US" b="1" dirty="0"/>
              <a:t>Histogram of Nitrogen </a:t>
            </a:r>
          </a:p>
          <a:p>
            <a:r>
              <a:rPr lang="en-US" b="1" dirty="0"/>
              <a:t>Key Insights</a:t>
            </a:r>
            <a:r>
              <a:rPr lang="en-US" dirty="0"/>
              <a:t>:</a:t>
            </a:r>
          </a:p>
          <a:p>
            <a:pPr>
              <a:buFont typeface="Arial" panose="020B0604020202020204" pitchFamily="34" charset="0"/>
              <a:buChar char="•"/>
            </a:pPr>
            <a:r>
              <a:rPr lang="en-US" dirty="0"/>
              <a:t> Highest frequency around 30-35 nitrogen level.</a:t>
            </a:r>
          </a:p>
          <a:p>
            <a:pPr>
              <a:buFont typeface="Arial" panose="020B0604020202020204" pitchFamily="34" charset="0"/>
              <a:buChar char="•"/>
            </a:pPr>
            <a:r>
              <a:rPr lang="en-US" dirty="0"/>
              <a:t> Other peaks around 10, 20-25, 85, and 100-110 nitrogen levels.</a:t>
            </a:r>
          </a:p>
          <a:p>
            <a:pPr>
              <a:buFont typeface="Arial" panose="020B0604020202020204" pitchFamily="34" charset="0"/>
              <a:buChar char="•"/>
            </a:pPr>
            <a:r>
              <a:rPr lang="en-US" dirty="0"/>
              <a:t> Wide range of nitrogen levels from 0 to about 140, indicating diverse nitrogen content.</a:t>
            </a:r>
          </a:p>
          <a:p>
            <a:endParaRPr lang="en-US" dirty="0"/>
          </a:p>
        </p:txBody>
      </p:sp>
      <p:sp>
        <p:nvSpPr>
          <p:cNvPr id="4" name="TextBox 3">
            <a:extLst>
              <a:ext uri="{FF2B5EF4-FFF2-40B4-BE49-F238E27FC236}">
                <a16:creationId xmlns:a16="http://schemas.microsoft.com/office/drawing/2014/main" xmlns="" id="{1DE04387-1AAC-16DB-19A2-A511EEDAB4B7}"/>
              </a:ext>
            </a:extLst>
          </p:cNvPr>
          <p:cNvSpPr txBox="1"/>
          <p:nvPr/>
        </p:nvSpPr>
        <p:spPr>
          <a:xfrm>
            <a:off x="3203848" y="4005064"/>
            <a:ext cx="5825852" cy="2585323"/>
          </a:xfrm>
          <a:prstGeom prst="rect">
            <a:avLst/>
          </a:prstGeom>
          <a:noFill/>
        </p:spPr>
        <p:txBody>
          <a:bodyPr wrap="square" rtlCol="0">
            <a:spAutoFit/>
          </a:bodyPr>
          <a:lstStyle/>
          <a:p>
            <a:r>
              <a:rPr lang="en-US" b="1" dirty="0"/>
              <a:t>Histogram of Phosphorus (P)</a:t>
            </a:r>
          </a:p>
          <a:p>
            <a:pPr>
              <a:buFont typeface="Arial" panose="020B0604020202020204" pitchFamily="34" charset="0"/>
              <a:buChar char="•"/>
            </a:pPr>
            <a:r>
              <a:rPr lang="en-US" b="1" dirty="0"/>
              <a:t>Distribution</a:t>
            </a:r>
            <a:r>
              <a:rPr lang="en-US" dirty="0"/>
              <a:t>: Shows the frequency distribution of phosphorus levels in the dataset.</a:t>
            </a:r>
          </a:p>
          <a:p>
            <a:pPr>
              <a:buFont typeface="Arial" panose="020B0604020202020204" pitchFamily="34" charset="0"/>
              <a:buChar char="•"/>
            </a:pPr>
            <a:r>
              <a:rPr lang="en-US" b="1" dirty="0"/>
              <a:t>Key Insights</a:t>
            </a:r>
            <a:r>
              <a:rPr lang="en-US" dirty="0"/>
              <a:t>:</a:t>
            </a:r>
          </a:p>
          <a:p>
            <a:pPr marL="742950" lvl="1" indent="-285750">
              <a:buFont typeface="Arial" panose="020B0604020202020204" pitchFamily="34" charset="0"/>
              <a:buChar char="•"/>
            </a:pPr>
            <a:r>
              <a:rPr lang="en-US" dirty="0"/>
              <a:t>Most common phosphorus levels fall within the 0-50 range.</a:t>
            </a:r>
          </a:p>
          <a:p>
            <a:pPr marL="742950" lvl="1" indent="-285750">
              <a:buFont typeface="Arial" panose="020B0604020202020204" pitchFamily="34" charset="0"/>
              <a:buChar char="•"/>
            </a:pPr>
            <a:r>
              <a:rPr lang="en-US" dirty="0"/>
              <a:t>A noticeable decline in frequency beyond 50 phosphorus level.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D1A2F501-C41D-4ED9-2094-A9440ACF9845}"/>
              </a:ext>
            </a:extLst>
          </p:cNvPr>
          <p:cNvPicPr>
            <a:picLocks noChangeAspect="1"/>
          </p:cNvPicPr>
          <p:nvPr/>
        </p:nvPicPr>
        <p:blipFill>
          <a:blip r:embed="rId2" cstate="print"/>
          <a:stretch>
            <a:fillRect/>
          </a:stretch>
        </p:blipFill>
        <p:spPr>
          <a:xfrm>
            <a:off x="323528" y="404664"/>
            <a:ext cx="2920237" cy="2572735"/>
          </a:xfrm>
          <a:prstGeom prst="rect">
            <a:avLst/>
          </a:prstGeom>
        </p:spPr>
      </p:pic>
      <p:sp>
        <p:nvSpPr>
          <p:cNvPr id="4" name="TextBox 3">
            <a:extLst>
              <a:ext uri="{FF2B5EF4-FFF2-40B4-BE49-F238E27FC236}">
                <a16:creationId xmlns:a16="http://schemas.microsoft.com/office/drawing/2014/main" xmlns="" id="{F5990513-F42F-A436-7B75-A54FF906586F}"/>
              </a:ext>
            </a:extLst>
          </p:cNvPr>
          <p:cNvSpPr txBox="1"/>
          <p:nvPr/>
        </p:nvSpPr>
        <p:spPr>
          <a:xfrm>
            <a:off x="3491880" y="404664"/>
            <a:ext cx="5328592" cy="2572735"/>
          </a:xfrm>
          <a:prstGeom prst="rect">
            <a:avLst/>
          </a:prstGeom>
          <a:noFill/>
        </p:spPr>
        <p:txBody>
          <a:bodyPr wrap="square" rtlCol="0">
            <a:spAutoFit/>
          </a:bodyPr>
          <a:lstStyle/>
          <a:p>
            <a:r>
              <a:rPr lang="en-US" b="1" dirty="0"/>
              <a:t>Histogram of Potassium (K)</a:t>
            </a:r>
          </a:p>
          <a:p>
            <a:pPr>
              <a:buFont typeface="Arial" panose="020B0604020202020204" pitchFamily="34" charset="0"/>
              <a:buChar char="•"/>
            </a:pPr>
            <a:r>
              <a:rPr lang="en-US" b="1" dirty="0"/>
              <a:t>Distribution</a:t>
            </a:r>
            <a:r>
              <a:rPr lang="en-US" dirty="0"/>
              <a:t>: Displays the frequency distribution of potassium levels.</a:t>
            </a:r>
          </a:p>
          <a:p>
            <a:pPr>
              <a:buFont typeface="Arial" panose="020B0604020202020204" pitchFamily="34" charset="0"/>
              <a:buChar char="•"/>
            </a:pPr>
            <a:r>
              <a:rPr lang="en-US" b="1" dirty="0"/>
              <a:t>Key Insights</a:t>
            </a:r>
            <a:r>
              <a:rPr lang="en-US" dirty="0"/>
              <a:t>:</a:t>
            </a:r>
          </a:p>
          <a:p>
            <a:pPr marL="742950" lvl="1" indent="-285750">
              <a:buFont typeface="Arial" panose="020B0604020202020204" pitchFamily="34" charset="0"/>
              <a:buChar char="•"/>
            </a:pPr>
            <a:r>
              <a:rPr lang="en-US" dirty="0"/>
              <a:t>Peaks around 0-50 potassium levels, indicating these are the most common.</a:t>
            </a:r>
          </a:p>
          <a:p>
            <a:pPr marL="742950" lvl="1" indent="-285750">
              <a:buFont typeface="Arial" panose="020B0604020202020204" pitchFamily="34" charset="0"/>
              <a:buChar char="•"/>
            </a:pPr>
            <a:r>
              <a:rPr lang="en-US" dirty="0"/>
              <a:t>Few occurrences of potassium levels beyond 100.</a:t>
            </a:r>
          </a:p>
          <a:p>
            <a:endParaRPr lang="en-US" dirty="0"/>
          </a:p>
        </p:txBody>
      </p:sp>
      <p:sp>
        <p:nvSpPr>
          <p:cNvPr id="6" name="Footer Placeholder 5"/>
          <p:cNvSpPr>
            <a:spLocks noGrp="1"/>
          </p:cNvSpPr>
          <p:nvPr>
            <p:ph type="ftr" sz="quarter" idx="11"/>
          </p:nvPr>
        </p:nvSpPr>
        <p:spPr/>
        <p:txBody>
          <a:bodyPr/>
          <a:lstStyle/>
          <a:p>
            <a:r>
              <a:rPr lang="en-US" u="sng" dirty="0">
                <a:hlinkClick r:id="rId3"/>
              </a:rPr>
              <a:t>https://ieeexplore.ieee.org/document/10205756</a:t>
            </a:r>
            <a:endParaRPr lang="en-US" dirty="0"/>
          </a:p>
          <a:p>
            <a:r>
              <a:rPr lang="en-US" dirty="0"/>
              <a:t> </a:t>
            </a:r>
          </a:p>
        </p:txBody>
      </p:sp>
      <p:pic>
        <p:nvPicPr>
          <p:cNvPr id="7" name="Picture 6">
            <a:extLst>
              <a:ext uri="{FF2B5EF4-FFF2-40B4-BE49-F238E27FC236}">
                <a16:creationId xmlns:a16="http://schemas.microsoft.com/office/drawing/2014/main" xmlns="" id="{1B032064-6CBF-3880-5BB6-D62945FC3ED4}"/>
              </a:ext>
            </a:extLst>
          </p:cNvPr>
          <p:cNvPicPr>
            <a:picLocks noChangeAspect="1"/>
          </p:cNvPicPr>
          <p:nvPr/>
        </p:nvPicPr>
        <p:blipFill>
          <a:blip r:embed="rId4" cstate="print"/>
          <a:stretch>
            <a:fillRect/>
          </a:stretch>
        </p:blipFill>
        <p:spPr>
          <a:xfrm>
            <a:off x="340076" y="3213826"/>
            <a:ext cx="3139712" cy="2420322"/>
          </a:xfrm>
          <a:prstGeom prst="rect">
            <a:avLst/>
          </a:prstGeom>
        </p:spPr>
      </p:pic>
      <p:pic>
        <p:nvPicPr>
          <p:cNvPr id="8" name="Picture 7">
            <a:extLst>
              <a:ext uri="{FF2B5EF4-FFF2-40B4-BE49-F238E27FC236}">
                <a16:creationId xmlns:a16="http://schemas.microsoft.com/office/drawing/2014/main" xmlns="" id="{91516F41-A15F-ADD5-6920-19F5B39755E8}"/>
              </a:ext>
            </a:extLst>
          </p:cNvPr>
          <p:cNvPicPr>
            <a:picLocks noChangeAspect="1"/>
          </p:cNvPicPr>
          <p:nvPr/>
        </p:nvPicPr>
        <p:blipFill>
          <a:blip r:embed="rId5" cstate="print"/>
          <a:stretch>
            <a:fillRect/>
          </a:stretch>
        </p:blipFill>
        <p:spPr>
          <a:xfrm>
            <a:off x="3671840" y="3414646"/>
            <a:ext cx="4968671" cy="2334970"/>
          </a:xfrm>
          <a:prstGeom prst="rect">
            <a:avLst/>
          </a:prstGeom>
        </p:spPr>
      </p:pic>
    </p:spTree>
    <p:extLst>
      <p:ext uri="{BB962C8B-B14F-4D97-AF65-F5344CB8AC3E}">
        <p14:creationId xmlns:p14="http://schemas.microsoft.com/office/powerpoint/2010/main" xmlns="" val="963478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A7872C76-216F-AD1D-5FA9-231831EE1B8A}"/>
              </a:ext>
            </a:extLst>
          </p:cNvPr>
          <p:cNvPicPr>
            <a:picLocks noChangeAspect="1"/>
          </p:cNvPicPr>
          <p:nvPr/>
        </p:nvPicPr>
        <p:blipFill>
          <a:blip r:embed="rId2" cstate="print"/>
          <a:stretch>
            <a:fillRect/>
          </a:stretch>
        </p:blipFill>
        <p:spPr>
          <a:xfrm>
            <a:off x="2172222" y="166580"/>
            <a:ext cx="3935460" cy="3441088"/>
          </a:xfrm>
          <a:prstGeom prst="rect">
            <a:avLst/>
          </a:prstGeom>
        </p:spPr>
      </p:pic>
      <p:sp>
        <p:nvSpPr>
          <p:cNvPr id="5" name="TextBox 4">
            <a:extLst>
              <a:ext uri="{FF2B5EF4-FFF2-40B4-BE49-F238E27FC236}">
                <a16:creationId xmlns:a16="http://schemas.microsoft.com/office/drawing/2014/main" xmlns="" id="{43FD362E-FC87-13C8-FBFA-E237EED6AA0C}"/>
              </a:ext>
            </a:extLst>
          </p:cNvPr>
          <p:cNvSpPr txBox="1"/>
          <p:nvPr/>
        </p:nvSpPr>
        <p:spPr>
          <a:xfrm>
            <a:off x="343543" y="3794818"/>
            <a:ext cx="8496944" cy="2862322"/>
          </a:xfrm>
          <a:prstGeom prst="rect">
            <a:avLst/>
          </a:prstGeom>
          <a:noFill/>
        </p:spPr>
        <p:txBody>
          <a:bodyPr wrap="square" rtlCol="0">
            <a:spAutoFit/>
          </a:bodyPr>
          <a:lstStyle/>
          <a:p>
            <a:r>
              <a:rPr lang="en-US" dirty="0"/>
              <a:t>Key Insights from the Plot</a:t>
            </a:r>
          </a:p>
          <a:p>
            <a:endParaRPr lang="en-US" dirty="0"/>
          </a:p>
          <a:p>
            <a:pPr algn="just"/>
            <a:r>
              <a:rPr lang="en-US" dirty="0"/>
              <a:t>1. The dataset exhibits a uniform distribution of crop labels, with each crop type appearing approximately 100 times.</a:t>
            </a:r>
          </a:p>
          <a:p>
            <a:pPr algn="just"/>
            <a:r>
              <a:rPr lang="en-US" dirty="0"/>
              <a:t>2. It includes a diverse range of crops, indicating the dataset's richness.</a:t>
            </a:r>
          </a:p>
          <a:p>
            <a:pPr algn="just"/>
            <a:r>
              <a:rPr lang="en-US" dirty="0"/>
              <a:t>3. The near-equal frequency of each crop type ensures a balanced dataset, which is advantageous for building unbiased machine learning models.</a:t>
            </a:r>
          </a:p>
          <a:p>
            <a:pPr algn="just"/>
            <a:r>
              <a:rPr lang="en-US" dirty="0"/>
              <a:t>4. Crop types in the dataset include apple, banana, rice, pomegranate, papaya, orange, muskmelon, mungbean, mothbeans, mango, maize, lentil, kidneybeans, jute, grapes, cotton, coffee, coconut, chickpea, blackgram, and watermelon.</a:t>
            </a:r>
          </a:p>
        </p:txBody>
      </p:sp>
      <p:sp>
        <p:nvSpPr>
          <p:cNvPr id="4" name="Footer Placeholder 3"/>
          <p:cNvSpPr>
            <a:spLocks noGrp="1"/>
          </p:cNvSpPr>
          <p:nvPr>
            <p:ph type="ftr" sz="quarter" idx="11"/>
          </p:nvPr>
        </p:nvSpPr>
        <p:spPr>
          <a:xfrm>
            <a:off x="4139952" y="6511451"/>
            <a:ext cx="5990311" cy="377825"/>
          </a:xfrm>
        </p:spPr>
        <p:txBody>
          <a:bodyPr/>
          <a:lstStyle/>
          <a:p>
            <a:r>
              <a:rPr lang="en-US" dirty="0"/>
              <a:t>https://www.sciencedirect.com/science/article/pii/S0168169920302301#b0225 </a:t>
            </a:r>
          </a:p>
        </p:txBody>
      </p:sp>
    </p:spTree>
    <p:extLst>
      <p:ext uri="{BB962C8B-B14F-4D97-AF65-F5344CB8AC3E}">
        <p14:creationId xmlns:p14="http://schemas.microsoft.com/office/powerpoint/2010/main" xmlns="" val="2944633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251520" y="214583"/>
            <a:ext cx="3975125" cy="3011293"/>
          </a:xfrm>
          <a:prstGeom prst="rect">
            <a:avLst/>
          </a:prstGeom>
          <a:noFill/>
          <a:ln w="9525">
            <a:noFill/>
            <a:miter lim="800000"/>
            <a:headEnd/>
            <a:tailEnd/>
          </a:ln>
        </p:spPr>
      </p:pic>
      <p:sp>
        <p:nvSpPr>
          <p:cNvPr id="7" name="Footer Placeholder 6"/>
          <p:cNvSpPr>
            <a:spLocks noGrp="1"/>
          </p:cNvSpPr>
          <p:nvPr>
            <p:ph type="ftr" sz="quarter" idx="11"/>
          </p:nvPr>
        </p:nvSpPr>
        <p:spPr/>
        <p:txBody>
          <a:bodyPr/>
          <a:lstStyle/>
          <a:p>
            <a:r>
              <a:rPr lang="en-US"/>
              <a:t>https://www.sciencedirect.com/science/article/pii/S0168169920302301#b0225 </a:t>
            </a:r>
          </a:p>
        </p:txBody>
      </p:sp>
      <p:sp>
        <p:nvSpPr>
          <p:cNvPr id="2" name="TextBox 1">
            <a:extLst>
              <a:ext uri="{FF2B5EF4-FFF2-40B4-BE49-F238E27FC236}">
                <a16:creationId xmlns:a16="http://schemas.microsoft.com/office/drawing/2014/main" xmlns="" id="{E54599B8-B917-CB69-A6B5-D6B9E759260E}"/>
              </a:ext>
            </a:extLst>
          </p:cNvPr>
          <p:cNvSpPr txBox="1"/>
          <p:nvPr/>
        </p:nvSpPr>
        <p:spPr>
          <a:xfrm>
            <a:off x="251520" y="3429000"/>
            <a:ext cx="8640960" cy="3416320"/>
          </a:xfrm>
          <a:prstGeom prst="rect">
            <a:avLst/>
          </a:prstGeom>
          <a:noFill/>
        </p:spPr>
        <p:txBody>
          <a:bodyPr wrap="square" rtlCol="0">
            <a:spAutoFit/>
          </a:bodyPr>
          <a:lstStyle/>
          <a:p>
            <a:pPr>
              <a:buFont typeface="Arial" panose="020B0604020202020204" pitchFamily="34" charset="0"/>
              <a:buChar char="•"/>
            </a:pPr>
            <a:r>
              <a:rPr lang="en-US" dirty="0"/>
              <a:t> Different crops prefer different temperature ranges. Rice is grown in temperatures around 20-25°C.</a:t>
            </a:r>
          </a:p>
          <a:p>
            <a:pPr>
              <a:buFont typeface="Arial" panose="020B0604020202020204" pitchFamily="34" charset="0"/>
              <a:buChar char="•"/>
            </a:pPr>
            <a:r>
              <a:rPr lang="en-US" dirty="0"/>
              <a:t> Cotton is grown in a broader temperature range, approximately 20-35°C.</a:t>
            </a:r>
          </a:p>
          <a:p>
            <a:pPr>
              <a:buFont typeface="Arial" panose="020B0604020202020204" pitchFamily="34" charset="0"/>
              <a:buChar char="•"/>
            </a:pPr>
            <a:r>
              <a:rPr lang="en-US" dirty="0"/>
              <a:t> Mango and coconut prefer higher temperatures, around 25-40°C.</a:t>
            </a:r>
          </a:p>
          <a:p>
            <a:pPr>
              <a:buFont typeface="Arial" panose="020B0604020202020204" pitchFamily="34" charset="0"/>
              <a:buChar char="•"/>
            </a:pPr>
            <a:r>
              <a:rPr lang="en-US" dirty="0"/>
              <a:t> Some crops, like pomegranate and lentil, have a narrower temperature range, indicating they are more sensitive to temperature changes.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There is some overlap in the temperature ranges for different crops, suggesting that some crops can be grown in similar temperature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However, there are clear distinctions for others, highlighting their specific temperature requirements. </a:t>
            </a:r>
          </a:p>
          <a:p>
            <a:pPr>
              <a:buFont typeface="Arial" panose="020B0604020202020204" pitchFamily="34" charset="0"/>
              <a:buChar char="•"/>
            </a:pPr>
            <a:endParaRPr lang="en-US" dirty="0"/>
          </a:p>
          <a:p>
            <a:endParaRPr lang="en-US" dirty="0"/>
          </a:p>
        </p:txBody>
      </p:sp>
      <p:sp>
        <p:nvSpPr>
          <p:cNvPr id="3" name="TextBox 2">
            <a:extLst>
              <a:ext uri="{FF2B5EF4-FFF2-40B4-BE49-F238E27FC236}">
                <a16:creationId xmlns:a16="http://schemas.microsoft.com/office/drawing/2014/main" xmlns="" id="{AC252BC4-EC9D-B2FE-3E2E-D5677F383E44}"/>
              </a:ext>
            </a:extLst>
          </p:cNvPr>
          <p:cNvSpPr txBox="1"/>
          <p:nvPr/>
        </p:nvSpPr>
        <p:spPr>
          <a:xfrm>
            <a:off x="6551712" y="1644298"/>
            <a:ext cx="2268760" cy="646331"/>
          </a:xfrm>
          <a:prstGeom prst="rect">
            <a:avLst/>
          </a:prstGeom>
          <a:noFill/>
        </p:spPr>
        <p:txBody>
          <a:bodyPr wrap="square" rtlCol="0">
            <a:spAutoFit/>
          </a:bodyPr>
          <a:lstStyle/>
          <a:p>
            <a:endParaRPr lang="en-US" dirty="0"/>
          </a:p>
          <a:p>
            <a:endParaRPr lang="en-US" dirty="0"/>
          </a:p>
        </p:txBody>
      </p:sp>
      <p:sp>
        <p:nvSpPr>
          <p:cNvPr id="6" name="Rectangle 2">
            <a:extLst>
              <a:ext uri="{FF2B5EF4-FFF2-40B4-BE49-F238E27FC236}">
                <a16:creationId xmlns:a16="http://schemas.microsoft.com/office/drawing/2014/main" xmlns="" id="{325D146C-37D8-3C7A-4ADA-C005DC8E02CD}"/>
              </a:ext>
            </a:extLst>
          </p:cNvPr>
          <p:cNvSpPr>
            <a:spLocks noChangeArrowheads="1"/>
          </p:cNvSpPr>
          <p:nvPr/>
        </p:nvSpPr>
        <p:spPr bwMode="auto">
          <a:xfrm>
            <a:off x="4342325" y="553616"/>
            <a:ext cx="4801675" cy="1877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This plot can help in selecting the right crop based on the temperature of a region.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Farmers and agricultural planners can use this information to optimize crop yields by matching crops to their ideal temperature ranges.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xmlns="" id="{0F00F3A6-C0A7-4614-306A-872B3C7DCDB6}"/>
              </a:ext>
            </a:extLst>
          </p:cNvPr>
          <p:cNvPicPr>
            <a:picLocks noChangeAspect="1" noChangeArrowheads="1"/>
          </p:cNvPicPr>
          <p:nvPr/>
        </p:nvPicPr>
        <p:blipFill>
          <a:blip r:embed="rId2" cstate="print"/>
          <a:srcRect/>
          <a:stretch>
            <a:fillRect/>
          </a:stretch>
        </p:blipFill>
        <p:spPr bwMode="auto">
          <a:xfrm>
            <a:off x="467544" y="836712"/>
            <a:ext cx="3781425" cy="4824536"/>
          </a:xfrm>
          <a:prstGeom prst="rect">
            <a:avLst/>
          </a:prstGeom>
          <a:noFill/>
          <a:ln w="9525">
            <a:noFill/>
            <a:miter lim="800000"/>
            <a:headEnd/>
            <a:tailEnd/>
          </a:ln>
        </p:spPr>
      </p:pic>
      <p:pic>
        <p:nvPicPr>
          <p:cNvPr id="5" name="Picture 4">
            <a:extLst>
              <a:ext uri="{FF2B5EF4-FFF2-40B4-BE49-F238E27FC236}">
                <a16:creationId xmlns:a16="http://schemas.microsoft.com/office/drawing/2014/main" xmlns="" id="{5C86BAF8-E29E-BF24-20EF-526D046C193E}"/>
              </a:ext>
            </a:extLst>
          </p:cNvPr>
          <p:cNvPicPr>
            <a:picLocks noChangeAspect="1"/>
          </p:cNvPicPr>
          <p:nvPr/>
        </p:nvPicPr>
        <p:blipFill>
          <a:blip r:embed="rId3" cstate="print"/>
          <a:stretch>
            <a:fillRect/>
          </a:stretch>
        </p:blipFill>
        <p:spPr>
          <a:xfrm>
            <a:off x="4355976" y="1340768"/>
            <a:ext cx="4691619" cy="3691952"/>
          </a:xfrm>
          <a:prstGeom prst="rect">
            <a:avLst/>
          </a:prstGeom>
        </p:spPr>
      </p:pic>
      <p:sp>
        <p:nvSpPr>
          <p:cNvPr id="4" name="Footer Placeholder 3"/>
          <p:cNvSpPr>
            <a:spLocks noGrp="1"/>
          </p:cNvSpPr>
          <p:nvPr>
            <p:ph type="ftr" sz="quarter" idx="11"/>
          </p:nvPr>
        </p:nvSpPr>
        <p:spPr/>
        <p:txBody>
          <a:bodyPr/>
          <a:lstStyle/>
          <a:p>
            <a:r>
              <a:rPr lang="en-US"/>
              <a:t>https://www.sciencedirect.com/science/article/pii/S0168169920302301#b0225 </a:t>
            </a:r>
          </a:p>
        </p:txBody>
      </p:sp>
      <p:sp>
        <p:nvSpPr>
          <p:cNvPr id="3" name="TextBox 2">
            <a:extLst>
              <a:ext uri="{FF2B5EF4-FFF2-40B4-BE49-F238E27FC236}">
                <a16:creationId xmlns:a16="http://schemas.microsoft.com/office/drawing/2014/main" xmlns="" id="{6B7E0DB2-C100-527C-CD25-E07B9B978B07}"/>
              </a:ext>
            </a:extLst>
          </p:cNvPr>
          <p:cNvSpPr txBox="1"/>
          <p:nvPr/>
        </p:nvSpPr>
        <p:spPr>
          <a:xfrm>
            <a:off x="323528" y="260648"/>
            <a:ext cx="3925441" cy="377825"/>
          </a:xfrm>
          <a:prstGeom prst="rect">
            <a:avLst/>
          </a:prstGeom>
          <a:noFill/>
        </p:spPr>
        <p:txBody>
          <a:bodyPr wrap="square" rtlCol="0">
            <a:spAutoFit/>
          </a:bodyPr>
          <a:lstStyle/>
          <a:p>
            <a:r>
              <a:rPr lang="en-US" dirty="0"/>
              <a:t>Temperature Vs Rainfall Plot</a:t>
            </a:r>
          </a:p>
        </p:txBody>
      </p:sp>
      <p:sp>
        <p:nvSpPr>
          <p:cNvPr id="6" name="TextBox 5">
            <a:extLst>
              <a:ext uri="{FF2B5EF4-FFF2-40B4-BE49-F238E27FC236}">
                <a16:creationId xmlns:a16="http://schemas.microsoft.com/office/drawing/2014/main" xmlns="" id="{E9B1E3F3-97F0-1EBD-5731-2063D92D43CF}"/>
              </a:ext>
            </a:extLst>
          </p:cNvPr>
          <p:cNvSpPr txBox="1"/>
          <p:nvPr/>
        </p:nvSpPr>
        <p:spPr>
          <a:xfrm>
            <a:off x="4716016" y="638473"/>
            <a:ext cx="3925441" cy="646331"/>
          </a:xfrm>
          <a:prstGeom prst="rect">
            <a:avLst/>
          </a:prstGeom>
          <a:noFill/>
        </p:spPr>
        <p:txBody>
          <a:bodyPr wrap="square" rtlCol="0">
            <a:spAutoFit/>
          </a:bodyPr>
          <a:lstStyle/>
          <a:p>
            <a:r>
              <a:rPr lang="en-US" dirty="0"/>
              <a:t>Correlation matrix for all the geographical factors</a:t>
            </a:r>
          </a:p>
        </p:txBody>
      </p:sp>
    </p:spTree>
    <p:extLst>
      <p:ext uri="{BB962C8B-B14F-4D97-AF65-F5344CB8AC3E}">
        <p14:creationId xmlns:p14="http://schemas.microsoft.com/office/powerpoint/2010/main" xmlns="" val="393944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2A98231F-AE64-5DE8-99A8-0E20F36E1443}"/>
              </a:ext>
            </a:extLst>
          </p:cNvPr>
          <p:cNvPicPr>
            <a:picLocks noChangeAspect="1"/>
          </p:cNvPicPr>
          <p:nvPr/>
        </p:nvPicPr>
        <p:blipFill>
          <a:blip r:embed="rId2" cstate="print"/>
          <a:stretch>
            <a:fillRect/>
          </a:stretch>
        </p:blipFill>
        <p:spPr>
          <a:xfrm>
            <a:off x="4581750" y="404664"/>
            <a:ext cx="4379062" cy="2512914"/>
          </a:xfrm>
          <a:prstGeom prst="rect">
            <a:avLst/>
          </a:prstGeom>
        </p:spPr>
      </p:pic>
      <p:pic>
        <p:nvPicPr>
          <p:cNvPr id="9" name="Picture 8">
            <a:extLst>
              <a:ext uri="{FF2B5EF4-FFF2-40B4-BE49-F238E27FC236}">
                <a16:creationId xmlns:a16="http://schemas.microsoft.com/office/drawing/2014/main" xmlns="" id="{A2215231-E167-DC5F-24A2-4CD92B114B04}"/>
              </a:ext>
            </a:extLst>
          </p:cNvPr>
          <p:cNvPicPr>
            <a:picLocks noChangeAspect="1"/>
          </p:cNvPicPr>
          <p:nvPr/>
        </p:nvPicPr>
        <p:blipFill>
          <a:blip r:embed="rId3" cstate="print"/>
          <a:stretch>
            <a:fillRect/>
          </a:stretch>
        </p:blipFill>
        <p:spPr>
          <a:xfrm>
            <a:off x="4523396" y="3319564"/>
            <a:ext cx="4337952" cy="2551012"/>
          </a:xfrm>
          <a:prstGeom prst="rect">
            <a:avLst/>
          </a:prstGeom>
        </p:spPr>
      </p:pic>
      <p:pic>
        <p:nvPicPr>
          <p:cNvPr id="11" name="Picture 10">
            <a:extLst>
              <a:ext uri="{FF2B5EF4-FFF2-40B4-BE49-F238E27FC236}">
                <a16:creationId xmlns:a16="http://schemas.microsoft.com/office/drawing/2014/main" xmlns="" id="{2B960462-9941-6582-C3E1-24C584556BC9}"/>
              </a:ext>
            </a:extLst>
          </p:cNvPr>
          <p:cNvPicPr>
            <a:picLocks noChangeAspect="1"/>
          </p:cNvPicPr>
          <p:nvPr/>
        </p:nvPicPr>
        <p:blipFill>
          <a:blip r:embed="rId4" cstate="print"/>
          <a:stretch>
            <a:fillRect/>
          </a:stretch>
        </p:blipFill>
        <p:spPr>
          <a:xfrm>
            <a:off x="27533" y="3319564"/>
            <a:ext cx="4255959" cy="2551012"/>
          </a:xfrm>
          <a:prstGeom prst="rect">
            <a:avLst/>
          </a:prstGeom>
        </p:spPr>
      </p:pic>
      <p:pic>
        <p:nvPicPr>
          <p:cNvPr id="13" name="Picture 12">
            <a:extLst>
              <a:ext uri="{FF2B5EF4-FFF2-40B4-BE49-F238E27FC236}">
                <a16:creationId xmlns:a16="http://schemas.microsoft.com/office/drawing/2014/main" xmlns="" id="{2EFB0AD1-EC8E-CF35-9939-898A63A2D89D}"/>
              </a:ext>
            </a:extLst>
          </p:cNvPr>
          <p:cNvPicPr>
            <a:picLocks noChangeAspect="1"/>
          </p:cNvPicPr>
          <p:nvPr/>
        </p:nvPicPr>
        <p:blipFill>
          <a:blip r:embed="rId5" cstate="print"/>
          <a:stretch>
            <a:fillRect/>
          </a:stretch>
        </p:blipFill>
        <p:spPr>
          <a:xfrm>
            <a:off x="27533" y="508993"/>
            <a:ext cx="4524107" cy="2304256"/>
          </a:xfrm>
          <a:prstGeom prst="rect">
            <a:avLst/>
          </a:prstGeom>
        </p:spPr>
      </p:pic>
      <p:sp>
        <p:nvSpPr>
          <p:cNvPr id="6" name="Footer Placeholder 5"/>
          <p:cNvSpPr>
            <a:spLocks noGrp="1"/>
          </p:cNvSpPr>
          <p:nvPr>
            <p:ph type="ftr" sz="quarter" idx="11"/>
          </p:nvPr>
        </p:nvSpPr>
        <p:spPr/>
        <p:txBody>
          <a:bodyPr/>
          <a:lstStyle/>
          <a:p>
            <a:r>
              <a:rPr lang="en-US"/>
              <a:t>https://www.sciencedirect.com/science/article/pii/S0168169920302301#b0225 </a:t>
            </a:r>
          </a:p>
        </p:txBody>
      </p:sp>
    </p:spTree>
    <p:extLst>
      <p:ext uri="{BB962C8B-B14F-4D97-AF65-F5344CB8AC3E}">
        <p14:creationId xmlns:p14="http://schemas.microsoft.com/office/powerpoint/2010/main" xmlns="" val="3404209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3d plots</a:t>
            </a:r>
            <a:endParaRPr lang="en-US" dirty="0"/>
          </a:p>
        </p:txBody>
      </p:sp>
      <p:sp>
        <p:nvSpPr>
          <p:cNvPr id="3" name="Footer Placeholder 2"/>
          <p:cNvSpPr>
            <a:spLocks noGrp="1"/>
          </p:cNvSpPr>
          <p:nvPr>
            <p:ph type="ftr" sz="quarter" idx="11"/>
          </p:nvPr>
        </p:nvSpPr>
        <p:spPr/>
        <p:txBody>
          <a:bodyPr/>
          <a:lstStyle/>
          <a:p>
            <a:r>
              <a:rPr lang="en-US" smtClean="0"/>
              <a:t>https://www.sciencedirect.com/science/article/pii/S0168169920302301#b0225 </a:t>
            </a:r>
            <a:endParaRPr lang="en-US"/>
          </a:p>
        </p:txBody>
      </p:sp>
      <p:pic>
        <p:nvPicPr>
          <p:cNvPr id="65538" name="Picture 2"/>
          <p:cNvPicPr>
            <a:picLocks noChangeAspect="1" noChangeArrowheads="1"/>
          </p:cNvPicPr>
          <p:nvPr/>
        </p:nvPicPr>
        <p:blipFill>
          <a:blip r:embed="rId2" cstate="print"/>
          <a:srcRect/>
          <a:stretch>
            <a:fillRect/>
          </a:stretch>
        </p:blipFill>
        <p:spPr bwMode="auto">
          <a:xfrm>
            <a:off x="971600" y="1844824"/>
            <a:ext cx="5438775" cy="3810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Insights to Expect from These Plots</a:t>
            </a:r>
            <a:br>
              <a:rPr lang="en-US" b="1" dirty="0"/>
            </a:br>
            <a:endParaRPr lang="en-US" dirty="0"/>
          </a:p>
        </p:txBody>
      </p:sp>
      <p:sp>
        <p:nvSpPr>
          <p:cNvPr id="3" name="Content Placeholder 2"/>
          <p:cNvSpPr>
            <a:spLocks noGrp="1"/>
          </p:cNvSpPr>
          <p:nvPr>
            <p:ph idx="1"/>
          </p:nvPr>
        </p:nvSpPr>
        <p:spPr>
          <a:xfrm>
            <a:off x="444348" y="1604433"/>
            <a:ext cx="7772400" cy="3649133"/>
          </a:xfrm>
        </p:spPr>
        <p:txBody>
          <a:bodyPr>
            <a:normAutofit fontScale="85000" lnSpcReduction="10000"/>
          </a:bodyPr>
          <a:lstStyle/>
          <a:p>
            <a:r>
              <a:rPr lang="en-US" b="1" dirty="0"/>
              <a:t>Nutrient Balance</a:t>
            </a:r>
            <a:r>
              <a:rPr lang="en-US" dirty="0"/>
              <a:t>: The N-P-K plot will help identify the optimal nutrient balance for different crops. Crops with similar nutrient requirements will cluster together.</a:t>
            </a:r>
          </a:p>
          <a:p>
            <a:r>
              <a:rPr lang="en-US" b="1" dirty="0"/>
              <a:t>Environmental Suitability</a:t>
            </a:r>
            <a:r>
              <a:rPr lang="en-US" dirty="0"/>
              <a:t>: The Temperature-Humidity-pH and Temperature-Rainfall-pH plots will reveal which crops are best suited for particular environmental conditions.</a:t>
            </a:r>
          </a:p>
          <a:p>
            <a:r>
              <a:rPr lang="en-US" b="1" dirty="0"/>
              <a:t>Climate Adaptation</a:t>
            </a:r>
            <a:r>
              <a:rPr lang="en-US" dirty="0"/>
              <a:t>: The Rainfall-Humidity-Temperature plot will show how crops adapt to different climatic conditions, helping in planning for climate-resilient agriculture.</a:t>
            </a:r>
          </a:p>
          <a:p>
            <a:r>
              <a:rPr lang="en-US" b="1" dirty="0"/>
              <a:t>Soil and Climate Interaction</a:t>
            </a:r>
            <a:r>
              <a:rPr lang="en-US" dirty="0"/>
              <a:t>: The Nitrogen-Temperature-Humidity, Phosphorus-Potassium-Temperature, and pH-Nitrogen-Rainfall plots will provide insights into how soil properties interact with climate factors, crucial for understanding crop-specific requirements.</a:t>
            </a:r>
          </a:p>
          <a:p>
            <a:r>
              <a:rPr lang="en-US" b="1" dirty="0"/>
              <a:t>Optimal Growth Conditions</a:t>
            </a:r>
            <a:r>
              <a:rPr lang="en-US" dirty="0"/>
              <a:t>: The pH-Temperature-Humidity plot will highlight the ideal soil and climate conditions for various crops, aiding in precision agriculture practices.</a:t>
            </a:r>
          </a:p>
          <a:p>
            <a:endParaRPr lang="en-US" dirty="0"/>
          </a:p>
        </p:txBody>
      </p:sp>
      <p:sp>
        <p:nvSpPr>
          <p:cNvPr id="4" name="Footer Placeholder 3"/>
          <p:cNvSpPr>
            <a:spLocks noGrp="1"/>
          </p:cNvSpPr>
          <p:nvPr>
            <p:ph type="ftr" sz="quarter" idx="11"/>
          </p:nvPr>
        </p:nvSpPr>
        <p:spPr/>
        <p:txBody>
          <a:bodyPr/>
          <a:lstStyle/>
          <a:p>
            <a:r>
              <a:rPr lang="en-US"/>
              <a:t>https://www.sciencedirect.com/science/article/pii/S0168169920302301#b0225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DA62221-AF0A-5B7A-09A9-F0FA16B8AD52}"/>
              </a:ext>
            </a:extLst>
          </p:cNvPr>
          <p:cNvSpPr txBox="1"/>
          <p:nvPr/>
        </p:nvSpPr>
        <p:spPr>
          <a:xfrm>
            <a:off x="539552" y="260648"/>
            <a:ext cx="7344816" cy="584775"/>
          </a:xfrm>
          <a:prstGeom prst="rect">
            <a:avLst/>
          </a:prstGeom>
          <a:noFill/>
        </p:spPr>
        <p:txBody>
          <a:bodyPr wrap="square" rtlCol="0">
            <a:spAutoFit/>
          </a:bodyPr>
          <a:lstStyle/>
          <a:p>
            <a:r>
              <a:rPr lang="en-US" sz="3200" dirty="0"/>
              <a:t>REGRESSION MODELS</a:t>
            </a:r>
          </a:p>
        </p:txBody>
      </p:sp>
      <p:sp>
        <p:nvSpPr>
          <p:cNvPr id="3" name="TextBox 2">
            <a:extLst>
              <a:ext uri="{FF2B5EF4-FFF2-40B4-BE49-F238E27FC236}">
                <a16:creationId xmlns:a16="http://schemas.microsoft.com/office/drawing/2014/main" xmlns="" id="{65B4BB54-29E5-EE1D-C550-07DAB396EB13}"/>
              </a:ext>
            </a:extLst>
          </p:cNvPr>
          <p:cNvSpPr txBox="1"/>
          <p:nvPr/>
        </p:nvSpPr>
        <p:spPr>
          <a:xfrm>
            <a:off x="611560" y="1052736"/>
            <a:ext cx="8136904"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LOGISTIC REGRESSION- Performed Logistic regression algorithm with 80-20 train &amp; test, got accuracy of 96% and cv accuracy score as 97%.</a:t>
            </a:r>
          </a:p>
        </p:txBody>
      </p:sp>
      <p:pic>
        <p:nvPicPr>
          <p:cNvPr id="7" name="Picture 6">
            <a:extLst>
              <a:ext uri="{FF2B5EF4-FFF2-40B4-BE49-F238E27FC236}">
                <a16:creationId xmlns:a16="http://schemas.microsoft.com/office/drawing/2014/main" xmlns="" id="{93B3A4F7-C8C9-2120-2836-C539C67C648A}"/>
              </a:ext>
            </a:extLst>
          </p:cNvPr>
          <p:cNvPicPr>
            <a:picLocks noChangeAspect="1"/>
          </p:cNvPicPr>
          <p:nvPr/>
        </p:nvPicPr>
        <p:blipFill>
          <a:blip r:embed="rId2" cstate="print"/>
          <a:stretch>
            <a:fillRect/>
          </a:stretch>
        </p:blipFill>
        <p:spPr>
          <a:xfrm>
            <a:off x="805258" y="1680914"/>
            <a:ext cx="7488831" cy="482671"/>
          </a:xfrm>
          <a:prstGeom prst="rect">
            <a:avLst/>
          </a:prstGeom>
        </p:spPr>
      </p:pic>
      <p:pic>
        <p:nvPicPr>
          <p:cNvPr id="9" name="Picture 8">
            <a:extLst>
              <a:ext uri="{FF2B5EF4-FFF2-40B4-BE49-F238E27FC236}">
                <a16:creationId xmlns:a16="http://schemas.microsoft.com/office/drawing/2014/main" xmlns="" id="{CC8FD8AE-7571-2ECE-85EE-FE571F221B34}"/>
              </a:ext>
            </a:extLst>
          </p:cNvPr>
          <p:cNvPicPr>
            <a:picLocks noChangeAspect="1"/>
          </p:cNvPicPr>
          <p:nvPr/>
        </p:nvPicPr>
        <p:blipFill>
          <a:blip r:embed="rId3" cstate="print"/>
          <a:stretch>
            <a:fillRect/>
          </a:stretch>
        </p:blipFill>
        <p:spPr>
          <a:xfrm>
            <a:off x="938621" y="2244314"/>
            <a:ext cx="3611053" cy="2537196"/>
          </a:xfrm>
          <a:prstGeom prst="rect">
            <a:avLst/>
          </a:prstGeom>
        </p:spPr>
      </p:pic>
      <p:pic>
        <p:nvPicPr>
          <p:cNvPr id="11" name="Picture 10">
            <a:extLst>
              <a:ext uri="{FF2B5EF4-FFF2-40B4-BE49-F238E27FC236}">
                <a16:creationId xmlns:a16="http://schemas.microsoft.com/office/drawing/2014/main" xmlns="" id="{0B876D97-7F48-8E34-DA33-6CFA49286BE3}"/>
              </a:ext>
            </a:extLst>
          </p:cNvPr>
          <p:cNvPicPr>
            <a:picLocks noChangeAspect="1"/>
          </p:cNvPicPr>
          <p:nvPr/>
        </p:nvPicPr>
        <p:blipFill>
          <a:blip r:embed="rId4" cstate="print"/>
          <a:stretch>
            <a:fillRect/>
          </a:stretch>
        </p:blipFill>
        <p:spPr>
          <a:xfrm>
            <a:off x="4812395" y="2468994"/>
            <a:ext cx="2820978" cy="2882527"/>
          </a:xfrm>
          <a:prstGeom prst="rect">
            <a:avLst/>
          </a:prstGeom>
        </p:spPr>
      </p:pic>
      <p:pic>
        <p:nvPicPr>
          <p:cNvPr id="13" name="Picture 12">
            <a:extLst>
              <a:ext uri="{FF2B5EF4-FFF2-40B4-BE49-F238E27FC236}">
                <a16:creationId xmlns:a16="http://schemas.microsoft.com/office/drawing/2014/main" xmlns="" id="{4C95027F-C6BB-E457-D7A6-0D3BA22F075E}"/>
              </a:ext>
            </a:extLst>
          </p:cNvPr>
          <p:cNvPicPr>
            <a:picLocks noChangeAspect="1"/>
          </p:cNvPicPr>
          <p:nvPr/>
        </p:nvPicPr>
        <p:blipFill>
          <a:blip r:embed="rId5" cstate="print"/>
          <a:stretch>
            <a:fillRect/>
          </a:stretch>
        </p:blipFill>
        <p:spPr>
          <a:xfrm>
            <a:off x="938621" y="4874224"/>
            <a:ext cx="3784767" cy="1293132"/>
          </a:xfrm>
          <a:prstGeom prst="rect">
            <a:avLst/>
          </a:prstGeom>
        </p:spPr>
      </p:pic>
      <p:pic>
        <p:nvPicPr>
          <p:cNvPr id="15" name="Picture 14">
            <a:extLst>
              <a:ext uri="{FF2B5EF4-FFF2-40B4-BE49-F238E27FC236}">
                <a16:creationId xmlns:a16="http://schemas.microsoft.com/office/drawing/2014/main" xmlns="" id="{3EB6226E-5B1D-CA8C-17D5-930353AE42A8}"/>
              </a:ext>
            </a:extLst>
          </p:cNvPr>
          <p:cNvPicPr>
            <a:picLocks noChangeAspect="1"/>
          </p:cNvPicPr>
          <p:nvPr/>
        </p:nvPicPr>
        <p:blipFill>
          <a:blip r:embed="rId6" cstate="print"/>
          <a:stretch>
            <a:fillRect/>
          </a:stretch>
        </p:blipFill>
        <p:spPr>
          <a:xfrm>
            <a:off x="4812395" y="5479668"/>
            <a:ext cx="4248472" cy="651191"/>
          </a:xfrm>
          <a:prstGeom prst="rect">
            <a:avLst/>
          </a:prstGeom>
        </p:spPr>
      </p:pic>
      <p:sp>
        <p:nvSpPr>
          <p:cNvPr id="10" name="Footer Placeholder 9"/>
          <p:cNvSpPr>
            <a:spLocks noGrp="1"/>
          </p:cNvSpPr>
          <p:nvPr>
            <p:ph type="ftr" sz="quarter" idx="11"/>
          </p:nvPr>
        </p:nvSpPr>
        <p:spPr>
          <a:xfrm>
            <a:off x="467544" y="6237312"/>
            <a:ext cx="5990311" cy="377825"/>
          </a:xfrm>
        </p:spPr>
        <p:txBody>
          <a:bodyPr/>
          <a:lstStyle/>
          <a:p>
            <a:r>
              <a:rPr lang="en-US" u="sng" dirty="0">
                <a:hlinkClick r:id="rId7"/>
              </a:rPr>
              <a:t>https://www.sciencedirect.com/science/article/abs/pii/S0168192308003043</a:t>
            </a:r>
            <a:r>
              <a:rPr lang="en-US" dirty="0"/>
              <a:t> </a:t>
            </a:r>
          </a:p>
          <a:p>
            <a:endParaRPr lang="en-US" dirty="0"/>
          </a:p>
        </p:txBody>
      </p:sp>
    </p:spTree>
    <p:extLst>
      <p:ext uri="{BB962C8B-B14F-4D97-AF65-F5344CB8AC3E}">
        <p14:creationId xmlns:p14="http://schemas.microsoft.com/office/powerpoint/2010/main" xmlns="" val="3161696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3AC3CC09-5BA6-13AD-D1C2-88F200BCE323}"/>
              </a:ext>
            </a:extLst>
          </p:cNvPr>
          <p:cNvSpPr txBox="1"/>
          <p:nvPr/>
        </p:nvSpPr>
        <p:spPr>
          <a:xfrm>
            <a:off x="395536" y="497330"/>
            <a:ext cx="8280920"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RANDOM FOREST CLASSIFIER- Performed Random forest classifier algorithm and got an accuracy of 99% and cv accuracy score as 99%.                                                                </a:t>
            </a:r>
          </a:p>
        </p:txBody>
      </p:sp>
      <p:pic>
        <p:nvPicPr>
          <p:cNvPr id="10" name="Picture 9">
            <a:extLst>
              <a:ext uri="{FF2B5EF4-FFF2-40B4-BE49-F238E27FC236}">
                <a16:creationId xmlns:a16="http://schemas.microsoft.com/office/drawing/2014/main" xmlns="" id="{A9A68459-8E2A-81FB-3379-DEDB0908568E}"/>
              </a:ext>
            </a:extLst>
          </p:cNvPr>
          <p:cNvPicPr>
            <a:picLocks noChangeAspect="1"/>
          </p:cNvPicPr>
          <p:nvPr/>
        </p:nvPicPr>
        <p:blipFill>
          <a:blip r:embed="rId2" cstate="print"/>
          <a:stretch>
            <a:fillRect/>
          </a:stretch>
        </p:blipFill>
        <p:spPr>
          <a:xfrm>
            <a:off x="539552" y="4514677"/>
            <a:ext cx="6864763" cy="1606633"/>
          </a:xfrm>
          <a:prstGeom prst="rect">
            <a:avLst/>
          </a:prstGeom>
        </p:spPr>
      </p:pic>
      <p:pic>
        <p:nvPicPr>
          <p:cNvPr id="12" name="Picture 11">
            <a:extLst>
              <a:ext uri="{FF2B5EF4-FFF2-40B4-BE49-F238E27FC236}">
                <a16:creationId xmlns:a16="http://schemas.microsoft.com/office/drawing/2014/main" xmlns="" id="{137B5707-89C0-FBFA-1123-18B4D76CD845}"/>
              </a:ext>
            </a:extLst>
          </p:cNvPr>
          <p:cNvPicPr>
            <a:picLocks noChangeAspect="1"/>
          </p:cNvPicPr>
          <p:nvPr/>
        </p:nvPicPr>
        <p:blipFill>
          <a:blip r:embed="rId3" cstate="print"/>
          <a:stretch>
            <a:fillRect/>
          </a:stretch>
        </p:blipFill>
        <p:spPr>
          <a:xfrm>
            <a:off x="535463" y="1073017"/>
            <a:ext cx="5626836" cy="1035103"/>
          </a:xfrm>
          <a:prstGeom prst="rect">
            <a:avLst/>
          </a:prstGeom>
        </p:spPr>
      </p:pic>
      <p:pic>
        <p:nvPicPr>
          <p:cNvPr id="14" name="Picture 13">
            <a:extLst>
              <a:ext uri="{FF2B5EF4-FFF2-40B4-BE49-F238E27FC236}">
                <a16:creationId xmlns:a16="http://schemas.microsoft.com/office/drawing/2014/main" xmlns="" id="{B4D215D9-52E4-E584-A5AF-B309DCF4F5AA}"/>
              </a:ext>
            </a:extLst>
          </p:cNvPr>
          <p:cNvPicPr>
            <a:picLocks noChangeAspect="1"/>
          </p:cNvPicPr>
          <p:nvPr/>
        </p:nvPicPr>
        <p:blipFill>
          <a:blip r:embed="rId4" cstate="print"/>
          <a:stretch>
            <a:fillRect/>
          </a:stretch>
        </p:blipFill>
        <p:spPr>
          <a:xfrm>
            <a:off x="535463" y="2217659"/>
            <a:ext cx="3791145" cy="2305168"/>
          </a:xfrm>
          <a:prstGeom prst="rect">
            <a:avLst/>
          </a:prstGeom>
        </p:spPr>
      </p:pic>
      <p:pic>
        <p:nvPicPr>
          <p:cNvPr id="16" name="Picture 15">
            <a:extLst>
              <a:ext uri="{FF2B5EF4-FFF2-40B4-BE49-F238E27FC236}">
                <a16:creationId xmlns:a16="http://schemas.microsoft.com/office/drawing/2014/main" xmlns="" id="{B8C994A7-B0D6-7D85-60D0-AB0798EBB12D}"/>
              </a:ext>
            </a:extLst>
          </p:cNvPr>
          <p:cNvPicPr>
            <a:picLocks noChangeAspect="1"/>
          </p:cNvPicPr>
          <p:nvPr/>
        </p:nvPicPr>
        <p:blipFill>
          <a:blip r:embed="rId5" cstate="print"/>
          <a:stretch>
            <a:fillRect/>
          </a:stretch>
        </p:blipFill>
        <p:spPr>
          <a:xfrm>
            <a:off x="4359120" y="2187263"/>
            <a:ext cx="3829247" cy="2343270"/>
          </a:xfrm>
          <a:prstGeom prst="rect">
            <a:avLst/>
          </a:prstGeom>
        </p:spPr>
      </p:pic>
      <p:sp>
        <p:nvSpPr>
          <p:cNvPr id="7" name="Footer Placeholder 6"/>
          <p:cNvSpPr>
            <a:spLocks noGrp="1"/>
          </p:cNvSpPr>
          <p:nvPr>
            <p:ph type="ftr" sz="quarter" idx="11"/>
          </p:nvPr>
        </p:nvSpPr>
        <p:spPr>
          <a:xfrm>
            <a:off x="535463" y="6232323"/>
            <a:ext cx="5990311" cy="377825"/>
          </a:xfrm>
        </p:spPr>
        <p:txBody>
          <a:bodyPr/>
          <a:lstStyle/>
          <a:p>
            <a:r>
              <a:rPr lang="en-US" u="sng" dirty="0">
                <a:hlinkClick r:id="rId6"/>
              </a:rPr>
              <a:t>https://www.sciencedirect.com/science/article/abs/pii/S0168192308003043</a:t>
            </a:r>
            <a:r>
              <a:rPr lang="en-US" dirty="0"/>
              <a:t> </a:t>
            </a:r>
          </a:p>
          <a:p>
            <a:endParaRPr lang="en-US" dirty="0"/>
          </a:p>
        </p:txBody>
      </p:sp>
    </p:spTree>
    <p:extLst>
      <p:ext uri="{BB962C8B-B14F-4D97-AF65-F5344CB8AC3E}">
        <p14:creationId xmlns:p14="http://schemas.microsoft.com/office/powerpoint/2010/main" xmlns="" val="2614015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B7C70E6-3297-8D78-EE0F-13D2E55D71F0}"/>
              </a:ext>
            </a:extLst>
          </p:cNvPr>
          <p:cNvSpPr txBox="1"/>
          <p:nvPr/>
        </p:nvSpPr>
        <p:spPr>
          <a:xfrm>
            <a:off x="467544" y="260648"/>
            <a:ext cx="4896544"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t>KMEANS CLUSTERING</a:t>
            </a:r>
          </a:p>
        </p:txBody>
      </p:sp>
      <p:pic>
        <p:nvPicPr>
          <p:cNvPr id="3" name="Picture 2">
            <a:extLst>
              <a:ext uri="{FF2B5EF4-FFF2-40B4-BE49-F238E27FC236}">
                <a16:creationId xmlns:a16="http://schemas.microsoft.com/office/drawing/2014/main" xmlns="" id="{B1BAA41E-2A29-0172-9516-D63827B7FCFE}"/>
              </a:ext>
            </a:extLst>
          </p:cNvPr>
          <p:cNvPicPr>
            <a:picLocks noChangeAspect="1"/>
          </p:cNvPicPr>
          <p:nvPr/>
        </p:nvPicPr>
        <p:blipFill>
          <a:blip r:embed="rId2" cstate="print"/>
          <a:stretch>
            <a:fillRect/>
          </a:stretch>
        </p:blipFill>
        <p:spPr>
          <a:xfrm>
            <a:off x="3831727" y="389839"/>
            <a:ext cx="5102502" cy="2822054"/>
          </a:xfrm>
          <a:prstGeom prst="rect">
            <a:avLst/>
          </a:prstGeom>
        </p:spPr>
      </p:pic>
      <p:pic>
        <p:nvPicPr>
          <p:cNvPr id="5" name="Picture 4">
            <a:extLst>
              <a:ext uri="{FF2B5EF4-FFF2-40B4-BE49-F238E27FC236}">
                <a16:creationId xmlns:a16="http://schemas.microsoft.com/office/drawing/2014/main" xmlns="" id="{A6DB0B10-BFAA-C5BC-8E4D-FCA492D1AA88}"/>
              </a:ext>
            </a:extLst>
          </p:cNvPr>
          <p:cNvPicPr>
            <a:picLocks noChangeAspect="1"/>
          </p:cNvPicPr>
          <p:nvPr/>
        </p:nvPicPr>
        <p:blipFill>
          <a:blip r:embed="rId3" cstate="print"/>
          <a:stretch>
            <a:fillRect/>
          </a:stretch>
        </p:blipFill>
        <p:spPr>
          <a:xfrm>
            <a:off x="3831727" y="3413986"/>
            <a:ext cx="5102502" cy="605009"/>
          </a:xfrm>
          <a:prstGeom prst="rect">
            <a:avLst/>
          </a:prstGeom>
        </p:spPr>
      </p:pic>
      <p:pic>
        <p:nvPicPr>
          <p:cNvPr id="7" name="Picture 6">
            <a:extLst>
              <a:ext uri="{FF2B5EF4-FFF2-40B4-BE49-F238E27FC236}">
                <a16:creationId xmlns:a16="http://schemas.microsoft.com/office/drawing/2014/main" xmlns="" id="{76E40F55-3568-F549-17FD-D0C29A4C4E74}"/>
              </a:ext>
            </a:extLst>
          </p:cNvPr>
          <p:cNvPicPr>
            <a:picLocks noChangeAspect="1"/>
          </p:cNvPicPr>
          <p:nvPr/>
        </p:nvPicPr>
        <p:blipFill>
          <a:blip r:embed="rId4" cstate="print"/>
          <a:stretch>
            <a:fillRect/>
          </a:stretch>
        </p:blipFill>
        <p:spPr>
          <a:xfrm>
            <a:off x="3923928" y="4221088"/>
            <a:ext cx="3427455" cy="1567962"/>
          </a:xfrm>
          <a:prstGeom prst="rect">
            <a:avLst/>
          </a:prstGeom>
        </p:spPr>
      </p:pic>
      <p:pic>
        <p:nvPicPr>
          <p:cNvPr id="9" name="Picture 8">
            <a:extLst>
              <a:ext uri="{FF2B5EF4-FFF2-40B4-BE49-F238E27FC236}">
                <a16:creationId xmlns:a16="http://schemas.microsoft.com/office/drawing/2014/main" xmlns="" id="{0FFE88CA-62D9-D1F4-3115-1B04BA606946}"/>
              </a:ext>
            </a:extLst>
          </p:cNvPr>
          <p:cNvPicPr>
            <a:picLocks noChangeAspect="1"/>
          </p:cNvPicPr>
          <p:nvPr/>
        </p:nvPicPr>
        <p:blipFill>
          <a:blip r:embed="rId5" cstate="print"/>
          <a:stretch>
            <a:fillRect/>
          </a:stretch>
        </p:blipFill>
        <p:spPr>
          <a:xfrm>
            <a:off x="386871" y="933321"/>
            <a:ext cx="3302170" cy="4991357"/>
          </a:xfrm>
          <a:prstGeom prst="rect">
            <a:avLst/>
          </a:prstGeom>
        </p:spPr>
      </p:pic>
      <p:sp>
        <p:nvSpPr>
          <p:cNvPr id="8" name="Footer Placeholder 7"/>
          <p:cNvSpPr>
            <a:spLocks noGrp="1"/>
          </p:cNvSpPr>
          <p:nvPr>
            <p:ph type="ftr" sz="quarter" idx="11"/>
          </p:nvPr>
        </p:nvSpPr>
        <p:spPr>
          <a:xfrm>
            <a:off x="467544" y="6093296"/>
            <a:ext cx="5990311" cy="377825"/>
          </a:xfrm>
        </p:spPr>
        <p:txBody>
          <a:bodyPr/>
          <a:lstStyle/>
          <a:p>
            <a:r>
              <a:rPr lang="en-US" u="sng" dirty="0">
                <a:hlinkClick r:id="rId6"/>
              </a:rPr>
              <a:t>https://ieeexplore.ieee.org/document/9418375</a:t>
            </a:r>
            <a:endParaRPr lang="en-US" dirty="0"/>
          </a:p>
          <a:p>
            <a:endParaRPr lang="en-US" dirty="0"/>
          </a:p>
        </p:txBody>
      </p:sp>
      <p:sp>
        <p:nvSpPr>
          <p:cNvPr id="4" name="TextBox 3">
            <a:extLst>
              <a:ext uri="{FF2B5EF4-FFF2-40B4-BE49-F238E27FC236}">
                <a16:creationId xmlns:a16="http://schemas.microsoft.com/office/drawing/2014/main" xmlns="" id="{DC8AE77E-95BD-E96A-0BE2-6088B9CF0688}"/>
              </a:ext>
            </a:extLst>
          </p:cNvPr>
          <p:cNvSpPr txBox="1"/>
          <p:nvPr/>
        </p:nvSpPr>
        <p:spPr>
          <a:xfrm>
            <a:off x="3203848" y="6093296"/>
            <a:ext cx="5472608" cy="646331"/>
          </a:xfrm>
          <a:prstGeom prst="rect">
            <a:avLst/>
          </a:prstGeom>
          <a:noFill/>
        </p:spPr>
        <p:txBody>
          <a:bodyPr wrap="square" rtlCol="0">
            <a:spAutoFit/>
          </a:bodyPr>
          <a:lstStyle/>
          <a:p>
            <a:r>
              <a:rPr lang="en-US" dirty="0"/>
              <a:t>For the </a:t>
            </a:r>
            <a:r>
              <a:rPr lang="en-US" dirty="0" err="1"/>
              <a:t>kmeans</a:t>
            </a:r>
            <a:r>
              <a:rPr lang="en-US" dirty="0"/>
              <a:t> clustering we got 5 clusters after performing the elbow method.</a:t>
            </a:r>
          </a:p>
        </p:txBody>
      </p:sp>
    </p:spTree>
    <p:extLst>
      <p:ext uri="{BB962C8B-B14F-4D97-AF65-F5344CB8AC3E}">
        <p14:creationId xmlns:p14="http://schemas.microsoft.com/office/powerpoint/2010/main" xmlns="" val="2315241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29F17DC-CA39-FF2B-BE11-58BF27154444}"/>
              </a:ext>
            </a:extLst>
          </p:cNvPr>
          <p:cNvSpPr txBox="1"/>
          <p:nvPr/>
        </p:nvSpPr>
        <p:spPr>
          <a:xfrm>
            <a:off x="539552" y="332656"/>
            <a:ext cx="8424936"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DECISION TREE CLASSIFIER- performed the decision tree classifier and got an accuracy of 99% and cv accuracy as 98%.</a:t>
            </a:r>
          </a:p>
        </p:txBody>
      </p:sp>
      <p:pic>
        <p:nvPicPr>
          <p:cNvPr id="4" name="Picture 3">
            <a:extLst>
              <a:ext uri="{FF2B5EF4-FFF2-40B4-BE49-F238E27FC236}">
                <a16:creationId xmlns:a16="http://schemas.microsoft.com/office/drawing/2014/main" xmlns="" id="{305E306E-A18E-2C4A-079B-58F1C58AEA00}"/>
              </a:ext>
            </a:extLst>
          </p:cNvPr>
          <p:cNvPicPr>
            <a:picLocks noChangeAspect="1"/>
          </p:cNvPicPr>
          <p:nvPr/>
        </p:nvPicPr>
        <p:blipFill>
          <a:blip r:embed="rId2" cstate="print"/>
          <a:stretch>
            <a:fillRect/>
          </a:stretch>
        </p:blipFill>
        <p:spPr>
          <a:xfrm>
            <a:off x="515017" y="991738"/>
            <a:ext cx="3413183" cy="3876784"/>
          </a:xfrm>
          <a:prstGeom prst="rect">
            <a:avLst/>
          </a:prstGeom>
        </p:spPr>
      </p:pic>
      <p:pic>
        <p:nvPicPr>
          <p:cNvPr id="6" name="Picture 5">
            <a:extLst>
              <a:ext uri="{FF2B5EF4-FFF2-40B4-BE49-F238E27FC236}">
                <a16:creationId xmlns:a16="http://schemas.microsoft.com/office/drawing/2014/main" xmlns="" id="{675F7340-7DCB-2944-3834-E45FEA4883B5}"/>
              </a:ext>
            </a:extLst>
          </p:cNvPr>
          <p:cNvPicPr>
            <a:picLocks noChangeAspect="1"/>
          </p:cNvPicPr>
          <p:nvPr/>
        </p:nvPicPr>
        <p:blipFill>
          <a:blip r:embed="rId3" cstate="print"/>
          <a:stretch>
            <a:fillRect/>
          </a:stretch>
        </p:blipFill>
        <p:spPr>
          <a:xfrm>
            <a:off x="4283968" y="1498131"/>
            <a:ext cx="3873699" cy="2863997"/>
          </a:xfrm>
          <a:prstGeom prst="rect">
            <a:avLst/>
          </a:prstGeom>
        </p:spPr>
      </p:pic>
      <p:pic>
        <p:nvPicPr>
          <p:cNvPr id="8" name="Picture 7">
            <a:extLst>
              <a:ext uri="{FF2B5EF4-FFF2-40B4-BE49-F238E27FC236}">
                <a16:creationId xmlns:a16="http://schemas.microsoft.com/office/drawing/2014/main" xmlns="" id="{7EA7C7FE-E81E-CCAD-89C9-EFE6B8D7CDB9}"/>
              </a:ext>
            </a:extLst>
          </p:cNvPr>
          <p:cNvPicPr>
            <a:picLocks noChangeAspect="1"/>
          </p:cNvPicPr>
          <p:nvPr/>
        </p:nvPicPr>
        <p:blipFill>
          <a:blip r:embed="rId4" cstate="print"/>
          <a:stretch>
            <a:fillRect/>
          </a:stretch>
        </p:blipFill>
        <p:spPr>
          <a:xfrm>
            <a:off x="1844535" y="5013966"/>
            <a:ext cx="5454930" cy="1511378"/>
          </a:xfrm>
          <a:prstGeom prst="rect">
            <a:avLst/>
          </a:prstGeom>
        </p:spPr>
      </p:pic>
      <p:sp>
        <p:nvSpPr>
          <p:cNvPr id="7" name="Footer Placeholder 6"/>
          <p:cNvSpPr>
            <a:spLocks noGrp="1"/>
          </p:cNvSpPr>
          <p:nvPr>
            <p:ph type="ftr" sz="quarter" idx="11"/>
          </p:nvPr>
        </p:nvSpPr>
        <p:spPr>
          <a:xfrm>
            <a:off x="467544" y="6309320"/>
            <a:ext cx="5990311" cy="377825"/>
          </a:xfrm>
        </p:spPr>
        <p:txBody>
          <a:bodyPr/>
          <a:lstStyle/>
          <a:p>
            <a:r>
              <a:rPr lang="en-US" u="sng" dirty="0">
                <a:hlinkClick r:id="rId5"/>
              </a:rPr>
              <a:t>https://ieeexplore.ieee.org/document/9418375</a:t>
            </a:r>
            <a:endParaRPr lang="en-US" dirty="0"/>
          </a:p>
          <a:p>
            <a:endParaRPr lang="en-US" dirty="0"/>
          </a:p>
        </p:txBody>
      </p:sp>
    </p:spTree>
    <p:extLst>
      <p:ext uri="{BB962C8B-B14F-4D97-AF65-F5344CB8AC3E}">
        <p14:creationId xmlns:p14="http://schemas.microsoft.com/office/powerpoint/2010/main" xmlns="" val="2891148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140607A-847F-419D-9BA7-9D99180DD169}"/>
              </a:ext>
            </a:extLst>
          </p:cNvPr>
          <p:cNvSpPr txBox="1"/>
          <p:nvPr/>
        </p:nvSpPr>
        <p:spPr>
          <a:xfrm>
            <a:off x="467544" y="404664"/>
            <a:ext cx="8424936"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GRADIENT BOOSTING CLASSIFIER- for the gradient boosting algorithm we got an accuracy of 98% with a cv accuracy as 99%.</a:t>
            </a:r>
          </a:p>
        </p:txBody>
      </p:sp>
      <p:pic>
        <p:nvPicPr>
          <p:cNvPr id="4" name="Picture 3">
            <a:extLst>
              <a:ext uri="{FF2B5EF4-FFF2-40B4-BE49-F238E27FC236}">
                <a16:creationId xmlns:a16="http://schemas.microsoft.com/office/drawing/2014/main" xmlns="" id="{10C89EB0-AD1B-4B65-A554-073DE631DDD3}"/>
              </a:ext>
            </a:extLst>
          </p:cNvPr>
          <p:cNvPicPr>
            <a:picLocks noChangeAspect="1"/>
          </p:cNvPicPr>
          <p:nvPr/>
        </p:nvPicPr>
        <p:blipFill>
          <a:blip r:embed="rId2" cstate="print"/>
          <a:stretch>
            <a:fillRect/>
          </a:stretch>
        </p:blipFill>
        <p:spPr>
          <a:xfrm>
            <a:off x="899592" y="1127117"/>
            <a:ext cx="3092609" cy="3683189"/>
          </a:xfrm>
          <a:prstGeom prst="rect">
            <a:avLst/>
          </a:prstGeom>
        </p:spPr>
      </p:pic>
      <p:pic>
        <p:nvPicPr>
          <p:cNvPr id="6" name="Picture 5">
            <a:extLst>
              <a:ext uri="{FF2B5EF4-FFF2-40B4-BE49-F238E27FC236}">
                <a16:creationId xmlns:a16="http://schemas.microsoft.com/office/drawing/2014/main" xmlns="" id="{43944EC7-15D9-8A61-EEDC-0577C3F1E368}"/>
              </a:ext>
            </a:extLst>
          </p:cNvPr>
          <p:cNvPicPr>
            <a:picLocks noChangeAspect="1"/>
          </p:cNvPicPr>
          <p:nvPr/>
        </p:nvPicPr>
        <p:blipFill>
          <a:blip r:embed="rId3" cstate="print"/>
          <a:stretch>
            <a:fillRect/>
          </a:stretch>
        </p:blipFill>
        <p:spPr>
          <a:xfrm>
            <a:off x="4211960" y="1268760"/>
            <a:ext cx="3873699" cy="2787793"/>
          </a:xfrm>
          <a:prstGeom prst="rect">
            <a:avLst/>
          </a:prstGeom>
        </p:spPr>
      </p:pic>
      <p:pic>
        <p:nvPicPr>
          <p:cNvPr id="8" name="Picture 7">
            <a:extLst>
              <a:ext uri="{FF2B5EF4-FFF2-40B4-BE49-F238E27FC236}">
                <a16:creationId xmlns:a16="http://schemas.microsoft.com/office/drawing/2014/main" xmlns="" id="{52D6B764-AFF7-6969-93C3-741CF20D2A8A}"/>
              </a:ext>
            </a:extLst>
          </p:cNvPr>
          <p:cNvPicPr>
            <a:picLocks noChangeAspect="1"/>
          </p:cNvPicPr>
          <p:nvPr/>
        </p:nvPicPr>
        <p:blipFill>
          <a:blip r:embed="rId4" cstate="print"/>
          <a:stretch>
            <a:fillRect/>
          </a:stretch>
        </p:blipFill>
        <p:spPr>
          <a:xfrm>
            <a:off x="2044570" y="4852602"/>
            <a:ext cx="5054860" cy="1473276"/>
          </a:xfrm>
          <a:prstGeom prst="rect">
            <a:avLst/>
          </a:prstGeom>
        </p:spPr>
      </p:pic>
      <p:sp>
        <p:nvSpPr>
          <p:cNvPr id="7" name="Footer Placeholder 6"/>
          <p:cNvSpPr>
            <a:spLocks noGrp="1"/>
          </p:cNvSpPr>
          <p:nvPr>
            <p:ph type="ftr" sz="quarter" idx="11"/>
          </p:nvPr>
        </p:nvSpPr>
        <p:spPr>
          <a:xfrm>
            <a:off x="467544" y="6480175"/>
            <a:ext cx="5990311" cy="377825"/>
          </a:xfrm>
        </p:spPr>
        <p:txBody>
          <a:bodyPr/>
          <a:lstStyle/>
          <a:p>
            <a:r>
              <a:rPr lang="en-US" u="sng" dirty="0">
                <a:hlinkClick r:id="rId5"/>
              </a:rPr>
              <a:t>https://ieeexplore.ieee.org/document/9418375</a:t>
            </a:r>
            <a:endParaRPr lang="en-US" dirty="0"/>
          </a:p>
          <a:p>
            <a:endParaRPr lang="en-US" dirty="0"/>
          </a:p>
        </p:txBody>
      </p:sp>
    </p:spTree>
    <p:extLst>
      <p:ext uri="{BB962C8B-B14F-4D97-AF65-F5344CB8AC3E}">
        <p14:creationId xmlns:p14="http://schemas.microsoft.com/office/powerpoint/2010/main" xmlns="" val="2256687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2E96C3A-6ADA-3D6F-29F9-45B25A3EEE5F}"/>
              </a:ext>
            </a:extLst>
          </p:cNvPr>
          <p:cNvSpPr txBox="1"/>
          <p:nvPr/>
        </p:nvSpPr>
        <p:spPr>
          <a:xfrm>
            <a:off x="395536" y="260648"/>
            <a:ext cx="8496944"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KNN MODEL- For the </a:t>
            </a:r>
            <a:r>
              <a:rPr lang="en-US" dirty="0" err="1"/>
              <a:t>knn</a:t>
            </a:r>
            <a:r>
              <a:rPr lang="en-US" dirty="0"/>
              <a:t> model we 1</a:t>
            </a:r>
            <a:r>
              <a:rPr lang="en-US" baseline="30000" dirty="0"/>
              <a:t>st</a:t>
            </a:r>
            <a:r>
              <a:rPr lang="en-US" dirty="0"/>
              <a:t> split the data into 50-50 and later we split into 30-20 and got an accuracy of 97% and 96% respectively with the cv accuracy as 97%</a:t>
            </a:r>
          </a:p>
        </p:txBody>
      </p:sp>
      <p:pic>
        <p:nvPicPr>
          <p:cNvPr id="8" name="Picture 7">
            <a:extLst>
              <a:ext uri="{FF2B5EF4-FFF2-40B4-BE49-F238E27FC236}">
                <a16:creationId xmlns:a16="http://schemas.microsoft.com/office/drawing/2014/main" xmlns="" id="{B6F849A4-E476-8799-42E1-6F5E7C5790B4}"/>
              </a:ext>
            </a:extLst>
          </p:cNvPr>
          <p:cNvPicPr>
            <a:picLocks noChangeAspect="1"/>
          </p:cNvPicPr>
          <p:nvPr/>
        </p:nvPicPr>
        <p:blipFill>
          <a:blip r:embed="rId2" cstate="print"/>
          <a:stretch>
            <a:fillRect/>
          </a:stretch>
        </p:blipFill>
        <p:spPr>
          <a:xfrm>
            <a:off x="1835696" y="4723011"/>
            <a:ext cx="5256584" cy="1568531"/>
          </a:xfrm>
          <a:prstGeom prst="rect">
            <a:avLst/>
          </a:prstGeom>
        </p:spPr>
      </p:pic>
      <p:pic>
        <p:nvPicPr>
          <p:cNvPr id="10" name="Picture 9">
            <a:extLst>
              <a:ext uri="{FF2B5EF4-FFF2-40B4-BE49-F238E27FC236}">
                <a16:creationId xmlns:a16="http://schemas.microsoft.com/office/drawing/2014/main" xmlns="" id="{A0158395-3A7C-9040-9796-91CFC28FC54D}"/>
              </a:ext>
            </a:extLst>
          </p:cNvPr>
          <p:cNvPicPr>
            <a:picLocks noChangeAspect="1"/>
          </p:cNvPicPr>
          <p:nvPr/>
        </p:nvPicPr>
        <p:blipFill>
          <a:blip r:embed="rId3" cstate="print"/>
          <a:stretch>
            <a:fillRect/>
          </a:stretch>
        </p:blipFill>
        <p:spPr>
          <a:xfrm>
            <a:off x="1064583" y="855666"/>
            <a:ext cx="6798810" cy="1066855"/>
          </a:xfrm>
          <a:prstGeom prst="rect">
            <a:avLst/>
          </a:prstGeom>
        </p:spPr>
      </p:pic>
      <p:pic>
        <p:nvPicPr>
          <p:cNvPr id="12" name="Picture 11">
            <a:extLst>
              <a:ext uri="{FF2B5EF4-FFF2-40B4-BE49-F238E27FC236}">
                <a16:creationId xmlns:a16="http://schemas.microsoft.com/office/drawing/2014/main" xmlns="" id="{2C0E8E65-6D58-25E1-CBCA-49D023851D5B}"/>
              </a:ext>
            </a:extLst>
          </p:cNvPr>
          <p:cNvPicPr>
            <a:picLocks noChangeAspect="1"/>
          </p:cNvPicPr>
          <p:nvPr/>
        </p:nvPicPr>
        <p:blipFill>
          <a:blip r:embed="rId4" cstate="print"/>
          <a:stretch>
            <a:fillRect/>
          </a:stretch>
        </p:blipFill>
        <p:spPr>
          <a:xfrm>
            <a:off x="467544" y="2148208"/>
            <a:ext cx="3759393" cy="2286117"/>
          </a:xfrm>
          <a:prstGeom prst="rect">
            <a:avLst/>
          </a:prstGeom>
        </p:spPr>
      </p:pic>
      <p:pic>
        <p:nvPicPr>
          <p:cNvPr id="14" name="Picture 13">
            <a:extLst>
              <a:ext uri="{FF2B5EF4-FFF2-40B4-BE49-F238E27FC236}">
                <a16:creationId xmlns:a16="http://schemas.microsoft.com/office/drawing/2014/main" xmlns="" id="{B6013CDB-F7C7-21C2-B00B-3A5DCF30FD1F}"/>
              </a:ext>
            </a:extLst>
          </p:cNvPr>
          <p:cNvPicPr>
            <a:picLocks noChangeAspect="1"/>
          </p:cNvPicPr>
          <p:nvPr/>
        </p:nvPicPr>
        <p:blipFill>
          <a:blip r:embed="rId5" cstate="print"/>
          <a:stretch>
            <a:fillRect/>
          </a:stretch>
        </p:blipFill>
        <p:spPr>
          <a:xfrm>
            <a:off x="4572000" y="2097404"/>
            <a:ext cx="3816546" cy="2387723"/>
          </a:xfrm>
          <a:prstGeom prst="rect">
            <a:avLst/>
          </a:prstGeom>
        </p:spPr>
      </p:pic>
      <p:sp>
        <p:nvSpPr>
          <p:cNvPr id="7" name="Footer Placeholder 6"/>
          <p:cNvSpPr>
            <a:spLocks noGrp="1"/>
          </p:cNvSpPr>
          <p:nvPr>
            <p:ph type="ftr" sz="quarter" idx="11"/>
          </p:nvPr>
        </p:nvSpPr>
        <p:spPr>
          <a:xfrm>
            <a:off x="395536" y="6291535"/>
            <a:ext cx="5990311" cy="377825"/>
          </a:xfrm>
        </p:spPr>
        <p:txBody>
          <a:bodyPr/>
          <a:lstStyle/>
          <a:p>
            <a:r>
              <a:rPr lang="en-US" u="sng" dirty="0">
                <a:hlinkClick r:id="rId6"/>
              </a:rPr>
              <a:t>https://ieeexplore.ieee.org/document/9788221</a:t>
            </a:r>
            <a:endParaRPr lang="en-US" dirty="0"/>
          </a:p>
          <a:p>
            <a:endParaRPr lang="en-US" dirty="0"/>
          </a:p>
        </p:txBody>
      </p:sp>
    </p:spTree>
    <p:extLst>
      <p:ext uri="{BB962C8B-B14F-4D97-AF65-F5344CB8AC3E}">
        <p14:creationId xmlns:p14="http://schemas.microsoft.com/office/powerpoint/2010/main" xmlns="" val="1515016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971600" y="5891929"/>
            <a:ext cx="5990311" cy="377825"/>
          </a:xfrm>
        </p:spPr>
        <p:txBody>
          <a:bodyPr/>
          <a:lstStyle/>
          <a:p>
            <a:r>
              <a:rPr lang="en-US" u="sng" dirty="0">
                <a:hlinkClick r:id="rId2"/>
              </a:rPr>
              <a:t>https://ieeexplore.ieee.org/document/9788221</a:t>
            </a:r>
            <a:endParaRPr lang="en-US" dirty="0"/>
          </a:p>
          <a:p>
            <a:endParaRPr lang="en-US" dirty="0"/>
          </a:p>
        </p:txBody>
      </p:sp>
      <p:pic>
        <p:nvPicPr>
          <p:cNvPr id="4" name="Picture 3">
            <a:extLst>
              <a:ext uri="{FF2B5EF4-FFF2-40B4-BE49-F238E27FC236}">
                <a16:creationId xmlns:a16="http://schemas.microsoft.com/office/drawing/2014/main" xmlns="" id="{E0950782-1A65-6E98-FAA9-0CC17F989B48}"/>
              </a:ext>
            </a:extLst>
          </p:cNvPr>
          <p:cNvPicPr>
            <a:picLocks noChangeAspect="1"/>
          </p:cNvPicPr>
          <p:nvPr/>
        </p:nvPicPr>
        <p:blipFill>
          <a:blip r:embed="rId3" cstate="print"/>
          <a:stretch>
            <a:fillRect/>
          </a:stretch>
        </p:blipFill>
        <p:spPr>
          <a:xfrm>
            <a:off x="1362355" y="332656"/>
            <a:ext cx="5208800" cy="711237"/>
          </a:xfrm>
          <a:prstGeom prst="rect">
            <a:avLst/>
          </a:prstGeom>
        </p:spPr>
      </p:pic>
      <p:sp>
        <p:nvSpPr>
          <p:cNvPr id="2" name="TextBox 1">
            <a:extLst>
              <a:ext uri="{FF2B5EF4-FFF2-40B4-BE49-F238E27FC236}">
                <a16:creationId xmlns:a16="http://schemas.microsoft.com/office/drawing/2014/main" xmlns="" id="{75817C64-F3CF-DC2E-0627-7561362DB4FD}"/>
              </a:ext>
            </a:extLst>
          </p:cNvPr>
          <p:cNvSpPr txBox="1"/>
          <p:nvPr/>
        </p:nvSpPr>
        <p:spPr>
          <a:xfrm>
            <a:off x="0" y="1413164"/>
            <a:ext cx="8964488" cy="3788858"/>
          </a:xfrm>
          <a:prstGeom prst="rect">
            <a:avLst/>
          </a:prstGeom>
          <a:noFill/>
        </p:spPr>
        <p:txBody>
          <a:bodyPr wrap="square" rtlCol="0">
            <a:spAutoFit/>
          </a:bodyPr>
          <a:lstStyle/>
          <a:p>
            <a:pPr algn="just">
              <a:lnSpc>
                <a:spcPct val="150000"/>
              </a:lnSpc>
            </a:pPr>
            <a:r>
              <a:rPr lang="en-US" sz="1800" dirty="0"/>
              <a:t>Summary with Feature Ranges- </a:t>
            </a:r>
          </a:p>
          <a:p>
            <a:pPr algn="just">
              <a:lnSpc>
                <a:spcPct val="150000"/>
              </a:lnSpc>
            </a:pPr>
            <a:r>
              <a:rPr lang="en-US" sz="1800" dirty="0"/>
              <a:t>Group 1: Includes legumes and a fruit crop (mango) that prefer warm climates, moderate to high humidity, and moderate nutrient requirements. Ranges for features: N (40-80 kg/ha), P (20-40 kg/ha), K (20-40 kg/ha), temperature (20-35°C), humidity (50-80%), pH (6.0-7.5), rainfall (500-1000 mm).  </a:t>
            </a:r>
          </a:p>
          <a:p>
            <a:pPr algn="just">
              <a:lnSpc>
                <a:spcPct val="150000"/>
              </a:lnSpc>
            </a:pPr>
            <a:r>
              <a:rPr lang="en-US" sz="1800" dirty="0"/>
              <a:t>Group 2: Contains crops that thrive in warm to hot climates, with high nutrient requirements, especially potassium. Ranges for features: N (80-120 kg/ha), P (40-80 kg/ha), K (60-120 kg/ha), temperature (25-35°C), humidity (50-80%), pH (5.5-7.5), rainfall (800-1500 mm). </a:t>
            </a:r>
          </a:p>
          <a:p>
            <a:pPr algn="just">
              <a:lnSpc>
                <a:spcPct val="150000"/>
              </a:lnSpc>
            </a:pPr>
            <a:r>
              <a:rPr lang="en-US" sz="1800" dirty="0"/>
              <a:t> </a:t>
            </a:r>
            <a:endParaRPr lang="en-US" dirty="0"/>
          </a:p>
        </p:txBody>
      </p:sp>
    </p:spTree>
    <p:extLst>
      <p:ext uri="{BB962C8B-B14F-4D97-AF65-F5344CB8AC3E}">
        <p14:creationId xmlns:p14="http://schemas.microsoft.com/office/powerpoint/2010/main" xmlns="" val="2581001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FB11A95-52AD-69C6-F719-F02F565B96B3}"/>
              </a:ext>
            </a:extLst>
          </p:cNvPr>
          <p:cNvSpPr txBox="1"/>
          <p:nvPr/>
        </p:nvSpPr>
        <p:spPr>
          <a:xfrm>
            <a:off x="228600" y="346724"/>
            <a:ext cx="8686800" cy="4204356"/>
          </a:xfrm>
          <a:prstGeom prst="rect">
            <a:avLst/>
          </a:prstGeom>
          <a:noFill/>
        </p:spPr>
        <p:txBody>
          <a:bodyPr wrap="square" rtlCol="0">
            <a:spAutoFit/>
          </a:bodyPr>
          <a:lstStyle/>
          <a:p>
            <a:pPr algn="just">
              <a:lnSpc>
                <a:spcPct val="150000"/>
              </a:lnSpc>
            </a:pPr>
            <a:r>
              <a:rPr lang="en-US" sz="1800" dirty="0"/>
              <a:t>Group 3: Features crops that need high humidity and rainfall, suitable for warm to hot climates. Ranges for features: N (60-100 kg/ha), P (30-50 kg/ha), K (60-100 kg/ha), temperature (20-30°C), humidity (70-90%), pH (5.5-6.5), rainfall (1200-2000 mm).  </a:t>
            </a:r>
          </a:p>
          <a:p>
            <a:pPr algn="just">
              <a:lnSpc>
                <a:spcPct val="150000"/>
              </a:lnSpc>
            </a:pPr>
            <a:r>
              <a:rPr lang="en-US" sz="1800" dirty="0"/>
              <a:t> Group 4: Contains fruit crops that prefer cooler climates and well-drained soils with moderate nutrient needs. Ranges for features: N (40-60 kg/ha), P (30-50 kg/ha), K (80-120 kg/ha), temperature (15-25°C), humidity (50-70%), pH (6.0-7.0), rainfall (500-800 mm).  - Group 5: Includes legumes that can fix nitrogen, preferring moderate climates and having moderate nutrient and water requirements. Ranges for features: N (20-40 kg/ha), P (20-40 kg/ha), K (20-40 kg/ha), temperature (20-30°C), humidity (40-60%), pH (6.0-7.5), rainfall (400-700 mm).</a:t>
            </a:r>
          </a:p>
        </p:txBody>
      </p:sp>
    </p:spTree>
    <p:extLst>
      <p:ext uri="{BB962C8B-B14F-4D97-AF65-F5344CB8AC3E}">
        <p14:creationId xmlns:p14="http://schemas.microsoft.com/office/powerpoint/2010/main" xmlns="" val="206684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267CB4E-3813-745F-9A48-FCE5BC912AB5}"/>
              </a:ext>
            </a:extLst>
          </p:cNvPr>
          <p:cNvSpPr txBox="1"/>
          <p:nvPr/>
        </p:nvSpPr>
        <p:spPr>
          <a:xfrm>
            <a:off x="395536" y="188640"/>
            <a:ext cx="5472608"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t>LINEAR DISCRIMINANT ANALYSIS</a:t>
            </a:r>
          </a:p>
        </p:txBody>
      </p:sp>
      <p:pic>
        <p:nvPicPr>
          <p:cNvPr id="4" name="Picture 3">
            <a:extLst>
              <a:ext uri="{FF2B5EF4-FFF2-40B4-BE49-F238E27FC236}">
                <a16:creationId xmlns:a16="http://schemas.microsoft.com/office/drawing/2014/main" xmlns="" id="{65A68663-82B8-633C-7222-6861145BB5FD}"/>
              </a:ext>
            </a:extLst>
          </p:cNvPr>
          <p:cNvPicPr>
            <a:picLocks noChangeAspect="1"/>
          </p:cNvPicPr>
          <p:nvPr/>
        </p:nvPicPr>
        <p:blipFill>
          <a:blip r:embed="rId2" cstate="print"/>
          <a:stretch>
            <a:fillRect/>
          </a:stretch>
        </p:blipFill>
        <p:spPr>
          <a:xfrm>
            <a:off x="660199" y="1360639"/>
            <a:ext cx="3911801" cy="2940201"/>
          </a:xfrm>
          <a:prstGeom prst="rect">
            <a:avLst/>
          </a:prstGeom>
        </p:spPr>
      </p:pic>
      <p:pic>
        <p:nvPicPr>
          <p:cNvPr id="6" name="Picture 5">
            <a:extLst>
              <a:ext uri="{FF2B5EF4-FFF2-40B4-BE49-F238E27FC236}">
                <a16:creationId xmlns:a16="http://schemas.microsoft.com/office/drawing/2014/main" xmlns="" id="{3586B91C-A4F9-16CD-65B3-CFB0528D2B0D}"/>
              </a:ext>
            </a:extLst>
          </p:cNvPr>
          <p:cNvPicPr>
            <a:picLocks noChangeAspect="1"/>
          </p:cNvPicPr>
          <p:nvPr/>
        </p:nvPicPr>
        <p:blipFill>
          <a:blip r:embed="rId3" cstate="print"/>
          <a:stretch>
            <a:fillRect/>
          </a:stretch>
        </p:blipFill>
        <p:spPr>
          <a:xfrm>
            <a:off x="4692649" y="753017"/>
            <a:ext cx="2959252" cy="3562533"/>
          </a:xfrm>
          <a:prstGeom prst="rect">
            <a:avLst/>
          </a:prstGeom>
        </p:spPr>
      </p:pic>
      <p:pic>
        <p:nvPicPr>
          <p:cNvPr id="8" name="Picture 7">
            <a:extLst>
              <a:ext uri="{FF2B5EF4-FFF2-40B4-BE49-F238E27FC236}">
                <a16:creationId xmlns:a16="http://schemas.microsoft.com/office/drawing/2014/main" xmlns="" id="{831387AF-8445-F15F-0C07-AD84AB215B67}"/>
              </a:ext>
            </a:extLst>
          </p:cNvPr>
          <p:cNvPicPr>
            <a:picLocks noChangeAspect="1"/>
          </p:cNvPicPr>
          <p:nvPr/>
        </p:nvPicPr>
        <p:blipFill>
          <a:blip r:embed="rId4" cstate="print"/>
          <a:stretch>
            <a:fillRect/>
          </a:stretch>
        </p:blipFill>
        <p:spPr>
          <a:xfrm>
            <a:off x="1115616" y="4487300"/>
            <a:ext cx="6279137" cy="1808708"/>
          </a:xfrm>
          <a:prstGeom prst="rect">
            <a:avLst/>
          </a:prstGeom>
        </p:spPr>
      </p:pic>
      <p:sp>
        <p:nvSpPr>
          <p:cNvPr id="7" name="Footer Placeholder 6"/>
          <p:cNvSpPr>
            <a:spLocks noGrp="1"/>
          </p:cNvSpPr>
          <p:nvPr>
            <p:ph type="ftr" sz="quarter" idx="11"/>
          </p:nvPr>
        </p:nvSpPr>
        <p:spPr>
          <a:xfrm>
            <a:off x="467544" y="6309320"/>
            <a:ext cx="5990311" cy="377825"/>
          </a:xfrm>
        </p:spPr>
        <p:txBody>
          <a:bodyPr/>
          <a:lstStyle/>
          <a:p>
            <a:r>
              <a:rPr lang="en-US" u="sng" dirty="0">
                <a:hlinkClick r:id="rId5"/>
              </a:rPr>
              <a:t>https://ieeexplore.ieee.org/document/9788221</a:t>
            </a:r>
            <a:endParaRPr lang="en-US" dirty="0"/>
          </a:p>
          <a:p>
            <a:endParaRPr lang="en-US" dirty="0"/>
          </a:p>
        </p:txBody>
      </p:sp>
      <p:sp>
        <p:nvSpPr>
          <p:cNvPr id="3" name="TextBox 2">
            <a:extLst>
              <a:ext uri="{FF2B5EF4-FFF2-40B4-BE49-F238E27FC236}">
                <a16:creationId xmlns:a16="http://schemas.microsoft.com/office/drawing/2014/main" xmlns="" id="{9F58AFB8-C1B9-1A3A-213B-5D06FAC4BCAE}"/>
              </a:ext>
            </a:extLst>
          </p:cNvPr>
          <p:cNvSpPr txBox="1"/>
          <p:nvPr/>
        </p:nvSpPr>
        <p:spPr>
          <a:xfrm>
            <a:off x="395536" y="557972"/>
            <a:ext cx="4055816" cy="646331"/>
          </a:xfrm>
          <a:prstGeom prst="rect">
            <a:avLst/>
          </a:prstGeom>
          <a:noFill/>
        </p:spPr>
        <p:txBody>
          <a:bodyPr wrap="square" rtlCol="0">
            <a:spAutoFit/>
          </a:bodyPr>
          <a:lstStyle/>
          <a:p>
            <a:r>
              <a:rPr lang="en-US" dirty="0"/>
              <a:t>For LDA we got an accuracy of 94% with cv accuracy as 96%.</a:t>
            </a:r>
          </a:p>
        </p:txBody>
      </p:sp>
    </p:spTree>
    <p:extLst>
      <p:ext uri="{BB962C8B-B14F-4D97-AF65-F5344CB8AC3E}">
        <p14:creationId xmlns:p14="http://schemas.microsoft.com/office/powerpoint/2010/main" xmlns="" val="2964506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A198D1B-21F0-513E-B8A8-C01892358195}"/>
              </a:ext>
            </a:extLst>
          </p:cNvPr>
          <p:cNvSpPr txBox="1"/>
          <p:nvPr/>
        </p:nvSpPr>
        <p:spPr>
          <a:xfrm>
            <a:off x="755576" y="332656"/>
            <a:ext cx="5112568"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t>GAUSSIAN NAIVE BAYES  MODEL</a:t>
            </a:r>
          </a:p>
        </p:txBody>
      </p:sp>
      <p:pic>
        <p:nvPicPr>
          <p:cNvPr id="4" name="Picture 3">
            <a:extLst>
              <a:ext uri="{FF2B5EF4-FFF2-40B4-BE49-F238E27FC236}">
                <a16:creationId xmlns:a16="http://schemas.microsoft.com/office/drawing/2014/main" xmlns="" id="{27274DA0-179E-9B63-35F5-E489A1C4BEB3}"/>
              </a:ext>
            </a:extLst>
          </p:cNvPr>
          <p:cNvPicPr>
            <a:picLocks noChangeAspect="1"/>
          </p:cNvPicPr>
          <p:nvPr/>
        </p:nvPicPr>
        <p:blipFill>
          <a:blip r:embed="rId2" cstate="print"/>
          <a:stretch>
            <a:fillRect/>
          </a:stretch>
        </p:blipFill>
        <p:spPr>
          <a:xfrm>
            <a:off x="971600" y="1634317"/>
            <a:ext cx="3848298" cy="2933851"/>
          </a:xfrm>
          <a:prstGeom prst="rect">
            <a:avLst/>
          </a:prstGeom>
        </p:spPr>
      </p:pic>
      <p:pic>
        <p:nvPicPr>
          <p:cNvPr id="6" name="Picture 5">
            <a:extLst>
              <a:ext uri="{FF2B5EF4-FFF2-40B4-BE49-F238E27FC236}">
                <a16:creationId xmlns:a16="http://schemas.microsoft.com/office/drawing/2014/main" xmlns="" id="{41DD7DE5-D574-BE0F-E41C-F102056F85D4}"/>
              </a:ext>
            </a:extLst>
          </p:cNvPr>
          <p:cNvPicPr>
            <a:picLocks noChangeAspect="1"/>
          </p:cNvPicPr>
          <p:nvPr/>
        </p:nvPicPr>
        <p:blipFill>
          <a:blip r:embed="rId3" cstate="print"/>
          <a:stretch>
            <a:fillRect/>
          </a:stretch>
        </p:blipFill>
        <p:spPr>
          <a:xfrm>
            <a:off x="4932040" y="908720"/>
            <a:ext cx="2940201" cy="3568883"/>
          </a:xfrm>
          <a:prstGeom prst="rect">
            <a:avLst/>
          </a:prstGeom>
        </p:spPr>
      </p:pic>
      <p:pic>
        <p:nvPicPr>
          <p:cNvPr id="8" name="Picture 7">
            <a:extLst>
              <a:ext uri="{FF2B5EF4-FFF2-40B4-BE49-F238E27FC236}">
                <a16:creationId xmlns:a16="http://schemas.microsoft.com/office/drawing/2014/main" xmlns="" id="{8F7FD462-B557-8D02-D269-95041775E988}"/>
              </a:ext>
            </a:extLst>
          </p:cNvPr>
          <p:cNvPicPr>
            <a:picLocks noChangeAspect="1"/>
          </p:cNvPicPr>
          <p:nvPr/>
        </p:nvPicPr>
        <p:blipFill>
          <a:blip r:embed="rId4" cstate="print"/>
          <a:stretch>
            <a:fillRect/>
          </a:stretch>
        </p:blipFill>
        <p:spPr>
          <a:xfrm>
            <a:off x="1331640" y="4675675"/>
            <a:ext cx="5834767" cy="1696993"/>
          </a:xfrm>
          <a:prstGeom prst="rect">
            <a:avLst/>
          </a:prstGeom>
        </p:spPr>
      </p:pic>
      <p:sp>
        <p:nvSpPr>
          <p:cNvPr id="7" name="Footer Placeholder 6"/>
          <p:cNvSpPr>
            <a:spLocks noGrp="1"/>
          </p:cNvSpPr>
          <p:nvPr>
            <p:ph type="ftr" sz="quarter" idx="11"/>
          </p:nvPr>
        </p:nvSpPr>
        <p:spPr>
          <a:xfrm>
            <a:off x="467544" y="6480175"/>
            <a:ext cx="5990311" cy="377825"/>
          </a:xfrm>
        </p:spPr>
        <p:txBody>
          <a:bodyPr/>
          <a:lstStyle/>
          <a:p>
            <a:r>
              <a:rPr lang="en-US" u="sng" dirty="0">
                <a:hlinkClick r:id="rId5"/>
              </a:rPr>
              <a:t>https://ieeexplore.ieee.org/document/9788221</a:t>
            </a:r>
            <a:endParaRPr lang="en-US" dirty="0"/>
          </a:p>
          <a:p>
            <a:endParaRPr lang="en-US" dirty="0"/>
          </a:p>
        </p:txBody>
      </p:sp>
      <p:sp>
        <p:nvSpPr>
          <p:cNvPr id="3" name="TextBox 2">
            <a:extLst>
              <a:ext uri="{FF2B5EF4-FFF2-40B4-BE49-F238E27FC236}">
                <a16:creationId xmlns:a16="http://schemas.microsoft.com/office/drawing/2014/main" xmlns="" id="{E67CE8D6-AA0D-C6ED-869F-A97E2F4D1713}"/>
              </a:ext>
            </a:extLst>
          </p:cNvPr>
          <p:cNvSpPr txBox="1"/>
          <p:nvPr/>
        </p:nvSpPr>
        <p:spPr>
          <a:xfrm>
            <a:off x="971600" y="701988"/>
            <a:ext cx="3600400" cy="923330"/>
          </a:xfrm>
          <a:prstGeom prst="rect">
            <a:avLst/>
          </a:prstGeom>
          <a:noFill/>
        </p:spPr>
        <p:txBody>
          <a:bodyPr wrap="square" rtlCol="0">
            <a:spAutoFit/>
          </a:bodyPr>
          <a:lstStyle/>
          <a:p>
            <a:r>
              <a:rPr lang="en-US" dirty="0"/>
              <a:t>For gaussian model we got an accuracy of 99% and CV accuracy as 99%.</a:t>
            </a:r>
          </a:p>
        </p:txBody>
      </p:sp>
    </p:spTree>
    <p:extLst>
      <p:ext uri="{BB962C8B-B14F-4D97-AF65-F5344CB8AC3E}">
        <p14:creationId xmlns:p14="http://schemas.microsoft.com/office/powerpoint/2010/main" xmlns="" val="126459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E5DAF2B-C783-1E62-BF5B-979D93A4FB35}"/>
              </a:ext>
            </a:extLst>
          </p:cNvPr>
          <p:cNvSpPr txBox="1"/>
          <p:nvPr/>
        </p:nvSpPr>
        <p:spPr>
          <a:xfrm>
            <a:off x="539552" y="188640"/>
            <a:ext cx="5688632"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t>FEATURE IMPORTANCE</a:t>
            </a:r>
          </a:p>
        </p:txBody>
      </p:sp>
      <p:pic>
        <p:nvPicPr>
          <p:cNvPr id="4" name="Picture 3">
            <a:extLst>
              <a:ext uri="{FF2B5EF4-FFF2-40B4-BE49-F238E27FC236}">
                <a16:creationId xmlns:a16="http://schemas.microsoft.com/office/drawing/2014/main" xmlns="" id="{68316376-B964-2438-4DA1-94365330FA38}"/>
              </a:ext>
            </a:extLst>
          </p:cNvPr>
          <p:cNvPicPr>
            <a:picLocks noChangeAspect="1"/>
          </p:cNvPicPr>
          <p:nvPr/>
        </p:nvPicPr>
        <p:blipFill>
          <a:blip r:embed="rId2" cstate="print"/>
          <a:stretch>
            <a:fillRect/>
          </a:stretch>
        </p:blipFill>
        <p:spPr>
          <a:xfrm>
            <a:off x="656692" y="679170"/>
            <a:ext cx="6382078" cy="2311180"/>
          </a:xfrm>
          <a:prstGeom prst="rect">
            <a:avLst/>
          </a:prstGeom>
        </p:spPr>
      </p:pic>
      <p:pic>
        <p:nvPicPr>
          <p:cNvPr id="6" name="Picture 5">
            <a:extLst>
              <a:ext uri="{FF2B5EF4-FFF2-40B4-BE49-F238E27FC236}">
                <a16:creationId xmlns:a16="http://schemas.microsoft.com/office/drawing/2014/main" xmlns="" id="{913E513F-AF7E-C2EC-CC62-2082338D2DD0}"/>
              </a:ext>
            </a:extLst>
          </p:cNvPr>
          <p:cNvPicPr>
            <a:picLocks noChangeAspect="1"/>
          </p:cNvPicPr>
          <p:nvPr/>
        </p:nvPicPr>
        <p:blipFill>
          <a:blip r:embed="rId3" cstate="print"/>
          <a:stretch>
            <a:fillRect/>
          </a:stretch>
        </p:blipFill>
        <p:spPr>
          <a:xfrm>
            <a:off x="656692" y="3140968"/>
            <a:ext cx="6940907" cy="3454578"/>
          </a:xfrm>
          <a:prstGeom prst="rect">
            <a:avLst/>
          </a:prstGeom>
        </p:spPr>
      </p:pic>
      <p:sp>
        <p:nvSpPr>
          <p:cNvPr id="5" name="Footer Placeholder 4"/>
          <p:cNvSpPr>
            <a:spLocks noGrp="1"/>
          </p:cNvSpPr>
          <p:nvPr>
            <p:ph type="ftr" sz="quarter" idx="11"/>
          </p:nvPr>
        </p:nvSpPr>
        <p:spPr/>
        <p:txBody>
          <a:bodyPr/>
          <a:lstStyle/>
          <a:p>
            <a:r>
              <a:rPr lang="en-US"/>
              <a:t>https://www.sciencedirect.com/science/article/pii/S0168169920302301#b0225 </a:t>
            </a:r>
          </a:p>
        </p:txBody>
      </p:sp>
    </p:spTree>
    <p:extLst>
      <p:ext uri="{BB962C8B-B14F-4D97-AF65-F5344CB8AC3E}">
        <p14:creationId xmlns:p14="http://schemas.microsoft.com/office/powerpoint/2010/main" xmlns="" val="1101049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58538CD-E1DE-C4BC-A3CF-2A100772C752}"/>
              </a:ext>
            </a:extLst>
          </p:cNvPr>
          <p:cNvPicPr>
            <a:picLocks noChangeAspect="1"/>
          </p:cNvPicPr>
          <p:nvPr/>
        </p:nvPicPr>
        <p:blipFill>
          <a:blip r:embed="rId2" cstate="print"/>
          <a:stretch>
            <a:fillRect/>
          </a:stretch>
        </p:blipFill>
        <p:spPr>
          <a:xfrm>
            <a:off x="484270" y="548680"/>
            <a:ext cx="3799698" cy="3765518"/>
          </a:xfrm>
          <a:prstGeom prst="rect">
            <a:avLst/>
          </a:prstGeom>
        </p:spPr>
      </p:pic>
      <p:sp>
        <p:nvSpPr>
          <p:cNvPr id="6" name="Footer Placeholder 5"/>
          <p:cNvSpPr>
            <a:spLocks noGrp="1"/>
          </p:cNvSpPr>
          <p:nvPr>
            <p:ph type="ftr" sz="quarter" idx="11"/>
          </p:nvPr>
        </p:nvSpPr>
        <p:spPr>
          <a:xfrm>
            <a:off x="1043608" y="6237312"/>
            <a:ext cx="5990311" cy="377825"/>
          </a:xfrm>
        </p:spPr>
        <p:txBody>
          <a:bodyPr/>
          <a:lstStyle/>
          <a:p>
            <a:r>
              <a:rPr lang="en-US" dirty="0"/>
              <a:t>https://www.sciencedirect.com/science/article/pii/S0168169920302301#b0225 </a:t>
            </a:r>
          </a:p>
        </p:txBody>
      </p:sp>
      <p:sp>
        <p:nvSpPr>
          <p:cNvPr id="2" name="TextBox 1">
            <a:extLst>
              <a:ext uri="{FF2B5EF4-FFF2-40B4-BE49-F238E27FC236}">
                <a16:creationId xmlns:a16="http://schemas.microsoft.com/office/drawing/2014/main" xmlns="" id="{946A437B-C40E-0037-4709-70FD8DF8AE3E}"/>
              </a:ext>
            </a:extLst>
          </p:cNvPr>
          <p:cNvSpPr txBox="1"/>
          <p:nvPr/>
        </p:nvSpPr>
        <p:spPr>
          <a:xfrm>
            <a:off x="4860032" y="242863"/>
            <a:ext cx="3799698" cy="1200329"/>
          </a:xfrm>
          <a:prstGeom prst="rect">
            <a:avLst/>
          </a:prstGeom>
          <a:noFill/>
        </p:spPr>
        <p:txBody>
          <a:bodyPr wrap="square" rtlCol="0">
            <a:spAutoFit/>
          </a:bodyPr>
          <a:lstStyle/>
          <a:p>
            <a:r>
              <a:rPr lang="en-US" dirty="0"/>
              <a:t>For feature importance we found the top 3 factors as humidity, temperature and K value. We got an accuracy of 95%.</a:t>
            </a:r>
          </a:p>
        </p:txBody>
      </p:sp>
      <p:pic>
        <p:nvPicPr>
          <p:cNvPr id="7" name="Picture 6" descr="A screenshot of a computer code&#10;&#10;Description automatically generated">
            <a:extLst>
              <a:ext uri="{FF2B5EF4-FFF2-40B4-BE49-F238E27FC236}">
                <a16:creationId xmlns:a16="http://schemas.microsoft.com/office/drawing/2014/main" xmlns="" id="{E38D140D-B2A6-D6A6-E415-F1A135729AF5}"/>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860032" y="1443192"/>
            <a:ext cx="3799698" cy="2430354"/>
          </a:xfrm>
          <a:prstGeom prst="rect">
            <a:avLst/>
          </a:prstGeom>
        </p:spPr>
      </p:pic>
      <p:pic>
        <p:nvPicPr>
          <p:cNvPr id="9" name="Picture 8" descr="A close-up of a person&#10;&#10;Description automatically generated">
            <a:extLst>
              <a:ext uri="{FF2B5EF4-FFF2-40B4-BE49-F238E27FC236}">
                <a16:creationId xmlns:a16="http://schemas.microsoft.com/office/drawing/2014/main" xmlns="" id="{A07406EC-0A59-120F-2F54-5B4C46875B85}"/>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639067" y="4043979"/>
            <a:ext cx="4480648" cy="1447800"/>
          </a:xfrm>
          <a:prstGeom prst="rect">
            <a:avLst/>
          </a:prstGeom>
        </p:spPr>
      </p:pic>
    </p:spTree>
    <p:extLst>
      <p:ext uri="{BB962C8B-B14F-4D97-AF65-F5344CB8AC3E}">
        <p14:creationId xmlns:p14="http://schemas.microsoft.com/office/powerpoint/2010/main" xmlns="" val="3579008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09601"/>
            <a:ext cx="7762056" cy="875183"/>
          </a:xfrm>
        </p:spPr>
        <p:txBody>
          <a:bodyPr/>
          <a:lstStyle/>
          <a:p>
            <a:r>
              <a:rPr lang="en-US" dirty="0" smtClean="0"/>
              <a:t>Algorithm for front end</a:t>
            </a:r>
            <a:endParaRPr lang="en-US" dirty="0"/>
          </a:p>
        </p:txBody>
      </p:sp>
      <p:sp>
        <p:nvSpPr>
          <p:cNvPr id="3" name="Content Placeholder 2"/>
          <p:cNvSpPr>
            <a:spLocks noGrp="1"/>
          </p:cNvSpPr>
          <p:nvPr>
            <p:ph idx="1"/>
          </p:nvPr>
        </p:nvSpPr>
        <p:spPr>
          <a:xfrm>
            <a:off x="467544" y="1628800"/>
            <a:ext cx="7762056" cy="4162401"/>
          </a:xfrm>
        </p:spPr>
        <p:txBody>
          <a:bodyPr>
            <a:normAutofit fontScale="92500"/>
          </a:bodyPr>
          <a:lstStyle/>
          <a:p>
            <a:r>
              <a:rPr lang="en-US" dirty="0" smtClean="0"/>
              <a:t>Given the diversity of crops and varying environmental conditions (nutrients, climate factors), Random Forest's ability to handle non-linearity, feature importance, and complex interactions makes it a strong candidate for this task. It can provide reliable predictions for recommending the best crop based on the given conditions, which is crucial for practical agricultural decision-making</a:t>
            </a:r>
            <a:r>
              <a:rPr lang="en-US" dirty="0" smtClean="0"/>
              <a:t>.</a:t>
            </a:r>
          </a:p>
          <a:p>
            <a:r>
              <a:rPr lang="en-US" dirty="0" smtClean="0"/>
              <a:t>Comparison with Other </a:t>
            </a:r>
            <a:r>
              <a:rPr lang="en-US" dirty="0" smtClean="0"/>
              <a:t>Models</a:t>
            </a:r>
          </a:p>
          <a:p>
            <a:r>
              <a:rPr lang="en-US" dirty="0" smtClean="0"/>
              <a:t>Linear </a:t>
            </a:r>
            <a:r>
              <a:rPr lang="en-US" dirty="0" smtClean="0"/>
              <a:t>Models: Might miss non-linear relationships and interactions</a:t>
            </a:r>
            <a:r>
              <a:rPr lang="en-US" dirty="0" smtClean="0"/>
              <a:t>.</a:t>
            </a:r>
          </a:p>
          <a:p>
            <a:r>
              <a:rPr lang="en-US" dirty="0" smtClean="0"/>
              <a:t>K-Nearest </a:t>
            </a:r>
            <a:r>
              <a:rPr lang="en-US" dirty="0" smtClean="0"/>
              <a:t>Neighbors (KNN): Can be less effective with high-dimensional data and does not provide feature importance</a:t>
            </a:r>
            <a:r>
              <a:rPr lang="en-US" dirty="0" smtClean="0"/>
              <a:t>.</a:t>
            </a:r>
          </a:p>
          <a:p>
            <a:r>
              <a:rPr lang="en-US" dirty="0" smtClean="0"/>
              <a:t>Support </a:t>
            </a:r>
            <a:r>
              <a:rPr lang="en-US" dirty="0" smtClean="0"/>
              <a:t>Vector Machines (SVM): Can handle non-linearity but may require more parameter tuning and does not naturally provide feature importance</a:t>
            </a:r>
            <a:r>
              <a:rPr lang="en-US" dirty="0" smtClean="0"/>
              <a:t>.</a:t>
            </a:r>
          </a:p>
          <a:p>
            <a:r>
              <a:rPr lang="en-US" dirty="0" smtClean="0"/>
              <a:t>Neural </a:t>
            </a:r>
            <a:r>
              <a:rPr lang="en-US" dirty="0" smtClean="0"/>
              <a:t>Networks: Powerful but require more data and computational resources, and are harder to interpret.</a:t>
            </a:r>
            <a:endParaRPr lang="en-US" dirty="0"/>
          </a:p>
        </p:txBody>
      </p:sp>
      <p:sp>
        <p:nvSpPr>
          <p:cNvPr id="4" name="Footer Placeholder 3"/>
          <p:cNvSpPr>
            <a:spLocks noGrp="1"/>
          </p:cNvSpPr>
          <p:nvPr>
            <p:ph type="ftr" sz="quarter" idx="11"/>
          </p:nvPr>
        </p:nvSpPr>
        <p:spPr/>
        <p:txBody>
          <a:bodyPr/>
          <a:lstStyle/>
          <a:p>
            <a:r>
              <a:rPr lang="en-US" smtClean="0"/>
              <a:t>https://www.sciencedirect.com/science/article/pii/S0168169920302301#b0225 </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403557D-4CF0-F7BD-AEA1-6F3A222EFAE6}"/>
              </a:ext>
            </a:extLst>
          </p:cNvPr>
          <p:cNvPicPr>
            <a:picLocks noChangeAspect="1"/>
          </p:cNvPicPr>
          <p:nvPr/>
        </p:nvPicPr>
        <p:blipFill>
          <a:blip r:embed="rId2" cstate="print"/>
          <a:stretch>
            <a:fillRect/>
          </a:stretch>
        </p:blipFill>
        <p:spPr>
          <a:xfrm>
            <a:off x="539552" y="519979"/>
            <a:ext cx="4517697" cy="3029277"/>
          </a:xfrm>
          <a:prstGeom prst="rect">
            <a:avLst/>
          </a:prstGeom>
        </p:spPr>
      </p:pic>
      <p:sp>
        <p:nvSpPr>
          <p:cNvPr id="5" name="TextBox 4">
            <a:extLst>
              <a:ext uri="{FF2B5EF4-FFF2-40B4-BE49-F238E27FC236}">
                <a16:creationId xmlns:a16="http://schemas.microsoft.com/office/drawing/2014/main" xmlns="" id="{BF21A989-872F-3708-008D-037F8E8E4675}"/>
              </a:ext>
            </a:extLst>
          </p:cNvPr>
          <p:cNvSpPr txBox="1"/>
          <p:nvPr/>
        </p:nvSpPr>
        <p:spPr>
          <a:xfrm>
            <a:off x="395536" y="116632"/>
            <a:ext cx="7416824" cy="369332"/>
          </a:xfrm>
          <a:prstGeom prst="rect">
            <a:avLst/>
          </a:prstGeom>
          <a:noFill/>
        </p:spPr>
        <p:txBody>
          <a:bodyPr wrap="square" rtlCol="0">
            <a:spAutoFit/>
          </a:bodyPr>
          <a:lstStyle/>
          <a:p>
            <a:r>
              <a:rPr lang="en-US" dirty="0"/>
              <a:t>Standard Deviation and standard mean for each crop feature.</a:t>
            </a:r>
          </a:p>
        </p:txBody>
      </p:sp>
      <p:pic>
        <p:nvPicPr>
          <p:cNvPr id="10" name="Picture 9">
            <a:extLst>
              <a:ext uri="{FF2B5EF4-FFF2-40B4-BE49-F238E27FC236}">
                <a16:creationId xmlns:a16="http://schemas.microsoft.com/office/drawing/2014/main" xmlns="" id="{2954F7F9-BF51-E70F-4509-BC43FC761604}"/>
              </a:ext>
            </a:extLst>
          </p:cNvPr>
          <p:cNvPicPr>
            <a:picLocks noChangeAspect="1"/>
          </p:cNvPicPr>
          <p:nvPr/>
        </p:nvPicPr>
        <p:blipFill>
          <a:blip r:embed="rId3" cstate="print"/>
          <a:stretch>
            <a:fillRect/>
          </a:stretch>
        </p:blipFill>
        <p:spPr>
          <a:xfrm>
            <a:off x="3347864" y="3712091"/>
            <a:ext cx="5457506" cy="3029277"/>
          </a:xfrm>
          <a:prstGeom prst="rect">
            <a:avLst/>
          </a:prstGeom>
        </p:spPr>
      </p:pic>
      <p:sp>
        <p:nvSpPr>
          <p:cNvPr id="11" name="TextBox 10">
            <a:extLst>
              <a:ext uri="{FF2B5EF4-FFF2-40B4-BE49-F238E27FC236}">
                <a16:creationId xmlns:a16="http://schemas.microsoft.com/office/drawing/2014/main" xmlns="" id="{F63FFCA0-5923-6BD7-F3A4-3DA0D344675C}"/>
              </a:ext>
            </a:extLst>
          </p:cNvPr>
          <p:cNvSpPr txBox="1"/>
          <p:nvPr/>
        </p:nvSpPr>
        <p:spPr>
          <a:xfrm>
            <a:off x="5364088" y="2924944"/>
            <a:ext cx="3312368" cy="646331"/>
          </a:xfrm>
          <a:prstGeom prst="rect">
            <a:avLst/>
          </a:prstGeom>
          <a:noFill/>
        </p:spPr>
        <p:txBody>
          <a:bodyPr wrap="square" rtlCol="0">
            <a:spAutoFit/>
          </a:bodyPr>
          <a:lstStyle/>
          <a:p>
            <a:r>
              <a:rPr lang="en-US" dirty="0"/>
              <a:t>Deviation from Standard mean for Nitrogen(N).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5FBC87F-FF29-66F8-59D8-D0AAC2C61C17}"/>
              </a:ext>
            </a:extLst>
          </p:cNvPr>
          <p:cNvPicPr>
            <a:picLocks noChangeAspect="1"/>
          </p:cNvPicPr>
          <p:nvPr/>
        </p:nvPicPr>
        <p:blipFill>
          <a:blip r:embed="rId2" cstate="print"/>
          <a:stretch>
            <a:fillRect/>
          </a:stretch>
        </p:blipFill>
        <p:spPr>
          <a:xfrm>
            <a:off x="611560" y="573907"/>
            <a:ext cx="4788100" cy="2831110"/>
          </a:xfrm>
          <a:prstGeom prst="rect">
            <a:avLst/>
          </a:prstGeom>
        </p:spPr>
      </p:pic>
      <p:sp>
        <p:nvSpPr>
          <p:cNvPr id="4" name="TextBox 3">
            <a:extLst>
              <a:ext uri="{FF2B5EF4-FFF2-40B4-BE49-F238E27FC236}">
                <a16:creationId xmlns:a16="http://schemas.microsoft.com/office/drawing/2014/main" xmlns="" id="{08FAD642-EE12-B20F-F22E-9FA5EAB9EEF4}"/>
              </a:ext>
            </a:extLst>
          </p:cNvPr>
          <p:cNvSpPr txBox="1"/>
          <p:nvPr/>
        </p:nvSpPr>
        <p:spPr>
          <a:xfrm>
            <a:off x="611560" y="188640"/>
            <a:ext cx="5760640" cy="369332"/>
          </a:xfrm>
          <a:prstGeom prst="rect">
            <a:avLst/>
          </a:prstGeom>
          <a:noFill/>
        </p:spPr>
        <p:txBody>
          <a:bodyPr wrap="square" rtlCol="0">
            <a:spAutoFit/>
          </a:bodyPr>
          <a:lstStyle/>
          <a:p>
            <a:r>
              <a:rPr lang="en-US" dirty="0"/>
              <a:t>Deviation from Standard Mean for Phosphorus</a:t>
            </a:r>
          </a:p>
        </p:txBody>
      </p:sp>
      <p:pic>
        <p:nvPicPr>
          <p:cNvPr id="7" name="Picture 6">
            <a:extLst>
              <a:ext uri="{FF2B5EF4-FFF2-40B4-BE49-F238E27FC236}">
                <a16:creationId xmlns:a16="http://schemas.microsoft.com/office/drawing/2014/main" xmlns="" id="{9BE07838-FF08-1A9E-8116-85E6650EC790}"/>
              </a:ext>
            </a:extLst>
          </p:cNvPr>
          <p:cNvPicPr>
            <a:picLocks noChangeAspect="1"/>
          </p:cNvPicPr>
          <p:nvPr/>
        </p:nvPicPr>
        <p:blipFill>
          <a:blip r:embed="rId3" cstate="print"/>
          <a:stretch>
            <a:fillRect/>
          </a:stretch>
        </p:blipFill>
        <p:spPr>
          <a:xfrm>
            <a:off x="3563888" y="3996575"/>
            <a:ext cx="4902037" cy="2801164"/>
          </a:xfrm>
          <a:prstGeom prst="rect">
            <a:avLst/>
          </a:prstGeom>
        </p:spPr>
      </p:pic>
      <p:sp>
        <p:nvSpPr>
          <p:cNvPr id="8" name="TextBox 7">
            <a:extLst>
              <a:ext uri="{FF2B5EF4-FFF2-40B4-BE49-F238E27FC236}">
                <a16:creationId xmlns:a16="http://schemas.microsoft.com/office/drawing/2014/main" xmlns="" id="{7431E0C4-CA0E-77B8-1EAF-6DFF8C2B6CD0}"/>
              </a:ext>
            </a:extLst>
          </p:cNvPr>
          <p:cNvSpPr txBox="1"/>
          <p:nvPr/>
        </p:nvSpPr>
        <p:spPr>
          <a:xfrm>
            <a:off x="3635896" y="3579276"/>
            <a:ext cx="5256584" cy="369332"/>
          </a:xfrm>
          <a:prstGeom prst="rect">
            <a:avLst/>
          </a:prstGeom>
          <a:noFill/>
        </p:spPr>
        <p:txBody>
          <a:bodyPr wrap="square" rtlCol="0">
            <a:spAutoFit/>
          </a:bodyPr>
          <a:lstStyle/>
          <a:p>
            <a:r>
              <a:rPr lang="en-US" dirty="0"/>
              <a:t>Standard deviation from standard mean for Potassium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B7DD1F8-311C-4F81-6B57-648EEFDAC00E}"/>
              </a:ext>
            </a:extLst>
          </p:cNvPr>
          <p:cNvPicPr>
            <a:picLocks noChangeAspect="1"/>
          </p:cNvPicPr>
          <p:nvPr/>
        </p:nvPicPr>
        <p:blipFill>
          <a:blip r:embed="rId2" cstate="print"/>
          <a:stretch>
            <a:fillRect/>
          </a:stretch>
        </p:blipFill>
        <p:spPr>
          <a:xfrm>
            <a:off x="395536" y="557972"/>
            <a:ext cx="4920513" cy="2929840"/>
          </a:xfrm>
          <a:prstGeom prst="rect">
            <a:avLst/>
          </a:prstGeom>
        </p:spPr>
      </p:pic>
      <p:sp>
        <p:nvSpPr>
          <p:cNvPr id="6" name="TextBox 5">
            <a:extLst>
              <a:ext uri="{FF2B5EF4-FFF2-40B4-BE49-F238E27FC236}">
                <a16:creationId xmlns:a16="http://schemas.microsoft.com/office/drawing/2014/main" xmlns="" id="{72620427-62B5-1A9C-217E-4F630B0C197E}"/>
              </a:ext>
            </a:extLst>
          </p:cNvPr>
          <p:cNvSpPr txBox="1"/>
          <p:nvPr/>
        </p:nvSpPr>
        <p:spPr>
          <a:xfrm>
            <a:off x="251520" y="198715"/>
            <a:ext cx="6192688" cy="369332"/>
          </a:xfrm>
          <a:prstGeom prst="rect">
            <a:avLst/>
          </a:prstGeom>
          <a:noFill/>
        </p:spPr>
        <p:txBody>
          <a:bodyPr wrap="square" rtlCol="0">
            <a:spAutoFit/>
          </a:bodyPr>
          <a:lstStyle/>
          <a:p>
            <a:r>
              <a:rPr lang="en-US" dirty="0"/>
              <a:t>Standard Deviation from Standard mean for Temperature. </a:t>
            </a:r>
          </a:p>
        </p:txBody>
      </p:sp>
      <p:pic>
        <p:nvPicPr>
          <p:cNvPr id="8" name="Picture 7">
            <a:extLst>
              <a:ext uri="{FF2B5EF4-FFF2-40B4-BE49-F238E27FC236}">
                <a16:creationId xmlns:a16="http://schemas.microsoft.com/office/drawing/2014/main" xmlns="" id="{DD964E7A-208C-019E-8A6D-35C6B8265557}"/>
              </a:ext>
            </a:extLst>
          </p:cNvPr>
          <p:cNvPicPr>
            <a:picLocks noChangeAspect="1"/>
          </p:cNvPicPr>
          <p:nvPr/>
        </p:nvPicPr>
        <p:blipFill>
          <a:blip r:embed="rId3" cstate="print"/>
          <a:stretch>
            <a:fillRect/>
          </a:stretch>
        </p:blipFill>
        <p:spPr>
          <a:xfrm>
            <a:off x="3851920" y="3926035"/>
            <a:ext cx="4861040" cy="2798237"/>
          </a:xfrm>
          <a:prstGeom prst="rect">
            <a:avLst/>
          </a:prstGeom>
        </p:spPr>
      </p:pic>
      <p:sp>
        <p:nvSpPr>
          <p:cNvPr id="10" name="TextBox 9">
            <a:extLst>
              <a:ext uri="{FF2B5EF4-FFF2-40B4-BE49-F238E27FC236}">
                <a16:creationId xmlns:a16="http://schemas.microsoft.com/office/drawing/2014/main" xmlns="" id="{0AA668A2-DD67-0E5C-D5FC-8C0F94ACF407}"/>
              </a:ext>
            </a:extLst>
          </p:cNvPr>
          <p:cNvSpPr txBox="1"/>
          <p:nvPr/>
        </p:nvSpPr>
        <p:spPr>
          <a:xfrm>
            <a:off x="4013688" y="3372228"/>
            <a:ext cx="4861040" cy="646331"/>
          </a:xfrm>
          <a:prstGeom prst="rect">
            <a:avLst/>
          </a:prstGeom>
          <a:noFill/>
        </p:spPr>
        <p:txBody>
          <a:bodyPr wrap="square" rtlCol="0">
            <a:spAutoFit/>
          </a:bodyPr>
          <a:lstStyle/>
          <a:p>
            <a:r>
              <a:rPr lang="en-US" dirty="0"/>
              <a:t>Standard Deviation from standard mean for Humidity</a:t>
            </a:r>
          </a:p>
        </p:txBody>
      </p:sp>
    </p:spTree>
    <p:extLst>
      <p:ext uri="{BB962C8B-B14F-4D97-AF65-F5344CB8AC3E}">
        <p14:creationId xmlns:p14="http://schemas.microsoft.com/office/powerpoint/2010/main" xmlns="" val="609534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62AFE79A-DDCB-1BE1-F85A-251937CD2EF3}"/>
              </a:ext>
            </a:extLst>
          </p:cNvPr>
          <p:cNvPicPr>
            <a:picLocks noChangeAspect="1"/>
          </p:cNvPicPr>
          <p:nvPr/>
        </p:nvPicPr>
        <p:blipFill>
          <a:blip r:embed="rId2" cstate="print"/>
          <a:stretch>
            <a:fillRect/>
          </a:stretch>
        </p:blipFill>
        <p:spPr>
          <a:xfrm>
            <a:off x="382420" y="376326"/>
            <a:ext cx="5488496" cy="3193758"/>
          </a:xfrm>
          <a:prstGeom prst="rect">
            <a:avLst/>
          </a:prstGeom>
        </p:spPr>
      </p:pic>
      <p:sp>
        <p:nvSpPr>
          <p:cNvPr id="5" name="TextBox 4">
            <a:extLst>
              <a:ext uri="{FF2B5EF4-FFF2-40B4-BE49-F238E27FC236}">
                <a16:creationId xmlns:a16="http://schemas.microsoft.com/office/drawing/2014/main" xmlns="" id="{2C8F6C20-9568-9436-FC21-9D67A148DB01}"/>
              </a:ext>
            </a:extLst>
          </p:cNvPr>
          <p:cNvSpPr txBox="1"/>
          <p:nvPr/>
        </p:nvSpPr>
        <p:spPr>
          <a:xfrm>
            <a:off x="457200" y="0"/>
            <a:ext cx="5338936" cy="369332"/>
          </a:xfrm>
          <a:prstGeom prst="rect">
            <a:avLst/>
          </a:prstGeom>
          <a:noFill/>
        </p:spPr>
        <p:txBody>
          <a:bodyPr wrap="square" rtlCol="0">
            <a:spAutoFit/>
          </a:bodyPr>
          <a:lstStyle/>
          <a:p>
            <a:r>
              <a:rPr lang="en-US" dirty="0"/>
              <a:t>Standard Deviation from Standard mean for PH</a:t>
            </a:r>
          </a:p>
        </p:txBody>
      </p:sp>
      <p:pic>
        <p:nvPicPr>
          <p:cNvPr id="7" name="Picture 6">
            <a:extLst>
              <a:ext uri="{FF2B5EF4-FFF2-40B4-BE49-F238E27FC236}">
                <a16:creationId xmlns:a16="http://schemas.microsoft.com/office/drawing/2014/main" xmlns="" id="{686BEC1A-12C1-5C36-D28D-271190BAC397}"/>
              </a:ext>
            </a:extLst>
          </p:cNvPr>
          <p:cNvPicPr>
            <a:picLocks noChangeAspect="1"/>
          </p:cNvPicPr>
          <p:nvPr/>
        </p:nvPicPr>
        <p:blipFill>
          <a:blip r:embed="rId3" cstate="print"/>
          <a:stretch>
            <a:fillRect/>
          </a:stretch>
        </p:blipFill>
        <p:spPr>
          <a:xfrm>
            <a:off x="3851920" y="4005064"/>
            <a:ext cx="4602730" cy="2718279"/>
          </a:xfrm>
          <a:prstGeom prst="rect">
            <a:avLst/>
          </a:prstGeom>
        </p:spPr>
      </p:pic>
      <p:sp>
        <p:nvSpPr>
          <p:cNvPr id="8" name="TextBox 7">
            <a:extLst>
              <a:ext uri="{FF2B5EF4-FFF2-40B4-BE49-F238E27FC236}">
                <a16:creationId xmlns:a16="http://schemas.microsoft.com/office/drawing/2014/main" xmlns="" id="{8E71F8D6-9A48-0245-CA9E-33F5FCC92FE0}"/>
              </a:ext>
            </a:extLst>
          </p:cNvPr>
          <p:cNvSpPr txBox="1"/>
          <p:nvPr/>
        </p:nvSpPr>
        <p:spPr>
          <a:xfrm>
            <a:off x="3851920" y="3573016"/>
            <a:ext cx="4968552" cy="369332"/>
          </a:xfrm>
          <a:prstGeom prst="rect">
            <a:avLst/>
          </a:prstGeom>
          <a:noFill/>
        </p:spPr>
        <p:txBody>
          <a:bodyPr wrap="square" rtlCol="0">
            <a:spAutoFit/>
          </a:bodyPr>
          <a:lstStyle/>
          <a:p>
            <a:r>
              <a:rPr lang="en-US" dirty="0"/>
              <a:t>Standard Deviation and Standard mean for Rainfall</a:t>
            </a:r>
          </a:p>
        </p:txBody>
      </p:sp>
    </p:spTree>
    <p:extLst>
      <p:ext uri="{BB962C8B-B14F-4D97-AF65-F5344CB8AC3E}">
        <p14:creationId xmlns:p14="http://schemas.microsoft.com/office/powerpoint/2010/main" xmlns="" val="2617374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7C6A998-86D7-9905-AD2D-75B5127A8E49}"/>
              </a:ext>
            </a:extLst>
          </p:cNvPr>
          <p:cNvPicPr>
            <a:picLocks noChangeAspect="1"/>
          </p:cNvPicPr>
          <p:nvPr/>
        </p:nvPicPr>
        <p:blipFill>
          <a:blip r:embed="rId2" cstate="print"/>
          <a:stretch>
            <a:fillRect/>
          </a:stretch>
        </p:blipFill>
        <p:spPr>
          <a:xfrm>
            <a:off x="611560" y="620688"/>
            <a:ext cx="3770643" cy="2808312"/>
          </a:xfrm>
          <a:prstGeom prst="rect">
            <a:avLst/>
          </a:prstGeom>
        </p:spPr>
      </p:pic>
      <p:sp>
        <p:nvSpPr>
          <p:cNvPr id="4" name="TextBox 3">
            <a:extLst>
              <a:ext uri="{FF2B5EF4-FFF2-40B4-BE49-F238E27FC236}">
                <a16:creationId xmlns:a16="http://schemas.microsoft.com/office/drawing/2014/main" xmlns="" id="{1223BC3B-5F06-E42F-7827-53FA8EDF620C}"/>
              </a:ext>
            </a:extLst>
          </p:cNvPr>
          <p:cNvSpPr txBox="1"/>
          <p:nvPr/>
        </p:nvSpPr>
        <p:spPr>
          <a:xfrm>
            <a:off x="683568" y="116632"/>
            <a:ext cx="5616624" cy="369332"/>
          </a:xfrm>
          <a:prstGeom prst="rect">
            <a:avLst/>
          </a:prstGeom>
          <a:noFill/>
        </p:spPr>
        <p:txBody>
          <a:bodyPr wrap="square" rtlCol="0">
            <a:spAutoFit/>
          </a:bodyPr>
          <a:lstStyle/>
          <a:p>
            <a:r>
              <a:rPr lang="en-US" dirty="0"/>
              <a:t>Standard Deviation from Standard mean for  Group1 </a:t>
            </a:r>
          </a:p>
        </p:txBody>
      </p:sp>
      <p:pic>
        <p:nvPicPr>
          <p:cNvPr id="5" name="Picture 4">
            <a:extLst>
              <a:ext uri="{FF2B5EF4-FFF2-40B4-BE49-F238E27FC236}">
                <a16:creationId xmlns:a16="http://schemas.microsoft.com/office/drawing/2014/main" xmlns="" id="{C726923D-FEC5-0840-C318-E4DC1C25CCBE}"/>
              </a:ext>
            </a:extLst>
          </p:cNvPr>
          <p:cNvPicPr>
            <a:picLocks noChangeAspect="1"/>
          </p:cNvPicPr>
          <p:nvPr/>
        </p:nvPicPr>
        <p:blipFill>
          <a:blip r:embed="rId3" cstate="print"/>
          <a:stretch>
            <a:fillRect/>
          </a:stretch>
        </p:blipFill>
        <p:spPr>
          <a:xfrm>
            <a:off x="4932040" y="1700808"/>
            <a:ext cx="3770643" cy="2808312"/>
          </a:xfrm>
          <a:prstGeom prst="rect">
            <a:avLst/>
          </a:prstGeom>
        </p:spPr>
      </p:pic>
      <p:sp>
        <p:nvSpPr>
          <p:cNvPr id="6" name="TextBox 5">
            <a:extLst>
              <a:ext uri="{FF2B5EF4-FFF2-40B4-BE49-F238E27FC236}">
                <a16:creationId xmlns:a16="http://schemas.microsoft.com/office/drawing/2014/main" xmlns="" id="{72A008C9-7522-FB8C-D171-CD04F8E2EA31}"/>
              </a:ext>
            </a:extLst>
          </p:cNvPr>
          <p:cNvSpPr txBox="1"/>
          <p:nvPr/>
        </p:nvSpPr>
        <p:spPr>
          <a:xfrm>
            <a:off x="4860032" y="485964"/>
            <a:ext cx="4130681" cy="646331"/>
          </a:xfrm>
          <a:prstGeom prst="rect">
            <a:avLst/>
          </a:prstGeom>
          <a:noFill/>
        </p:spPr>
        <p:txBody>
          <a:bodyPr wrap="square" rtlCol="0">
            <a:spAutoFit/>
          </a:bodyPr>
          <a:lstStyle/>
          <a:p>
            <a:r>
              <a:rPr lang="en-US" dirty="0"/>
              <a:t>Standard Deviation from Standard mean for group2</a:t>
            </a:r>
          </a:p>
        </p:txBody>
      </p:sp>
      <p:pic>
        <p:nvPicPr>
          <p:cNvPr id="7" name="Picture 6">
            <a:extLst>
              <a:ext uri="{FF2B5EF4-FFF2-40B4-BE49-F238E27FC236}">
                <a16:creationId xmlns:a16="http://schemas.microsoft.com/office/drawing/2014/main" xmlns="" id="{D4C6D94B-C4DA-7A94-18C6-2890FA5A7C69}"/>
              </a:ext>
            </a:extLst>
          </p:cNvPr>
          <p:cNvPicPr>
            <a:picLocks noChangeAspect="1"/>
          </p:cNvPicPr>
          <p:nvPr/>
        </p:nvPicPr>
        <p:blipFill>
          <a:blip r:embed="rId4" cstate="print"/>
          <a:stretch>
            <a:fillRect/>
          </a:stretch>
        </p:blipFill>
        <p:spPr>
          <a:xfrm>
            <a:off x="590566" y="3739480"/>
            <a:ext cx="4030552" cy="3001888"/>
          </a:xfrm>
          <a:prstGeom prst="rect">
            <a:avLst/>
          </a:prstGeom>
        </p:spPr>
      </p:pic>
    </p:spTree>
    <p:extLst>
      <p:ext uri="{BB962C8B-B14F-4D97-AF65-F5344CB8AC3E}">
        <p14:creationId xmlns:p14="http://schemas.microsoft.com/office/powerpoint/2010/main" xmlns="" val="211554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https://www.sciencedirect.com/science/article/pii/S0168169920302301#b0225 </a:t>
            </a:r>
            <a:endParaRPr lang="en-US"/>
          </a:p>
        </p:txBody>
      </p:sp>
      <p:pic>
        <p:nvPicPr>
          <p:cNvPr id="3" name="Picture 2" descr="WhatsApp Image 2024-08-06 at 3.25.38 PM.jpeg"/>
          <p:cNvPicPr>
            <a:picLocks noChangeAspect="1"/>
          </p:cNvPicPr>
          <p:nvPr/>
        </p:nvPicPr>
        <p:blipFill>
          <a:blip r:embed="rId2" cstate="print"/>
          <a:stretch>
            <a:fillRect/>
          </a:stretch>
        </p:blipFill>
        <p:spPr>
          <a:xfrm>
            <a:off x="4716016" y="2924944"/>
            <a:ext cx="3643820" cy="2713856"/>
          </a:xfrm>
          <a:prstGeom prst="rect">
            <a:avLst/>
          </a:prstGeom>
        </p:spPr>
      </p:pic>
      <p:pic>
        <p:nvPicPr>
          <p:cNvPr id="4" name="Picture 3">
            <a:extLst>
              <a:ext uri="{FF2B5EF4-FFF2-40B4-BE49-F238E27FC236}">
                <a16:creationId xmlns:a16="http://schemas.microsoft.com/office/drawing/2014/main" xmlns="" id="{E0DC5814-82E6-1918-DFF2-791474FCD4DC}"/>
              </a:ext>
            </a:extLst>
          </p:cNvPr>
          <p:cNvPicPr>
            <a:picLocks noChangeAspect="1"/>
          </p:cNvPicPr>
          <p:nvPr/>
        </p:nvPicPr>
        <p:blipFill>
          <a:blip r:embed="rId3" cstate="print"/>
          <a:stretch>
            <a:fillRect/>
          </a:stretch>
        </p:blipFill>
        <p:spPr>
          <a:xfrm>
            <a:off x="539552" y="476672"/>
            <a:ext cx="3770643" cy="280831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Front end implementation</a:t>
            </a:r>
            <a:endParaRPr lang="en-US" dirty="0"/>
          </a:p>
        </p:txBody>
      </p:sp>
      <p:sp>
        <p:nvSpPr>
          <p:cNvPr id="3" name="Content Placeholder 2"/>
          <p:cNvSpPr>
            <a:spLocks noGrp="1"/>
          </p:cNvSpPr>
          <p:nvPr>
            <p:ph idx="1"/>
          </p:nvPr>
        </p:nvSpPr>
        <p:spPr/>
        <p:txBody>
          <a:bodyPr/>
          <a:lstStyle/>
          <a:p>
            <a:r>
              <a:rPr lang="en-US" dirty="0" smtClean="0"/>
              <a:t>Webpage built </a:t>
            </a:r>
            <a:r>
              <a:rPr lang="en-US" dirty="0" smtClean="0"/>
              <a:t>with </a:t>
            </a:r>
            <a:r>
              <a:rPr lang="en-US" dirty="0" err="1" smtClean="0"/>
              <a:t>Streamlit</a:t>
            </a:r>
            <a:r>
              <a:rPr lang="en-US" dirty="0" smtClean="0"/>
              <a:t> for an interactive user experience</a:t>
            </a:r>
            <a:r>
              <a:rPr lang="en-US" dirty="0" smtClean="0"/>
              <a:t>.</a:t>
            </a:r>
          </a:p>
          <a:p>
            <a:r>
              <a:rPr lang="en-US" dirty="0" smtClean="0"/>
              <a:t>User </a:t>
            </a:r>
            <a:r>
              <a:rPr lang="en-US" dirty="0" smtClean="0"/>
              <a:t>Inputs: Accepts nitrogen, phosphorus, potassium, temperature, humidity, pH, and rainfall</a:t>
            </a:r>
            <a:r>
              <a:rPr lang="en-US" dirty="0" smtClean="0"/>
              <a:t>.</a:t>
            </a:r>
          </a:p>
          <a:p>
            <a:r>
              <a:rPr lang="en-US" dirty="0" smtClean="0"/>
              <a:t>Prediction </a:t>
            </a:r>
            <a:r>
              <a:rPr lang="en-US" dirty="0" smtClean="0"/>
              <a:t>Button: Users click "Predict" to get crop </a:t>
            </a:r>
            <a:r>
              <a:rPr lang="en-US" dirty="0" smtClean="0"/>
              <a:t>recommendations</a:t>
            </a:r>
          </a:p>
          <a:p>
            <a:r>
              <a:rPr lang="en-US" dirty="0" smtClean="0"/>
              <a:t>.</a:t>
            </a:r>
            <a:r>
              <a:rPr lang="en-US" dirty="0" smtClean="0"/>
              <a:t>Top 5 Crops: Displays top 5 recommended crops with probabilities</a:t>
            </a:r>
            <a:r>
              <a:rPr lang="en-US" dirty="0" smtClean="0"/>
              <a:t>.</a:t>
            </a:r>
          </a:p>
          <a:p>
            <a:r>
              <a:rPr lang="en-US" dirty="0" smtClean="0"/>
              <a:t>User-Friendly </a:t>
            </a:r>
            <a:r>
              <a:rPr lang="en-US" dirty="0" smtClean="0"/>
              <a:t>Design: Clean interface for easy navigation and interaction.</a:t>
            </a:r>
            <a:endParaRPr lang="en-US" dirty="0"/>
          </a:p>
        </p:txBody>
      </p:sp>
      <p:sp>
        <p:nvSpPr>
          <p:cNvPr id="4" name="Footer Placeholder 3"/>
          <p:cNvSpPr>
            <a:spLocks noGrp="1"/>
          </p:cNvSpPr>
          <p:nvPr>
            <p:ph type="ftr" sz="quarter" idx="11"/>
          </p:nvPr>
        </p:nvSpPr>
        <p:spPr/>
        <p:txBody>
          <a:bodyPr/>
          <a:lstStyle/>
          <a:p>
            <a:r>
              <a:rPr lang="en-US" smtClean="0"/>
              <a:t>https://www.sciencedirect.com/science/article/pii/S0168169920302301#b0225 </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https://www.sciencedirect.com/science/article/pii/S0168169920302301#b0225 </a:t>
            </a:r>
            <a:endParaRPr lang="en-US"/>
          </a:p>
        </p:txBody>
      </p:sp>
      <p:sp>
        <p:nvSpPr>
          <p:cNvPr id="2050" name="AutoShape 2" descr="blob:https://web.whatsapp.com/4a3214a6-6b17-40ff-8167-c89c8e1da9a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blob:https://web.whatsapp.com/4a3214a6-6b17-40ff-8167-c89c8e1da9a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4" descr="WhatsApp Image 2024-08-06 at 3.08.07 PM.jpeg"/>
          <p:cNvPicPr>
            <a:picLocks noChangeAspect="1"/>
          </p:cNvPicPr>
          <p:nvPr/>
        </p:nvPicPr>
        <p:blipFill>
          <a:blip r:embed="rId2" cstate="print"/>
          <a:stretch>
            <a:fillRect/>
          </a:stretch>
        </p:blipFill>
        <p:spPr>
          <a:xfrm>
            <a:off x="395536" y="1196752"/>
            <a:ext cx="3945581" cy="4081636"/>
          </a:xfrm>
          <a:prstGeom prst="rect">
            <a:avLst/>
          </a:prstGeom>
        </p:spPr>
      </p:pic>
      <p:pic>
        <p:nvPicPr>
          <p:cNvPr id="6" name="Picture 5" descr="WhatsApp Image 2024-08-06 at 3.08.48 PM (1).jpeg"/>
          <p:cNvPicPr>
            <a:picLocks noChangeAspect="1"/>
          </p:cNvPicPr>
          <p:nvPr/>
        </p:nvPicPr>
        <p:blipFill>
          <a:blip r:embed="rId3" cstate="print"/>
          <a:stretch>
            <a:fillRect/>
          </a:stretch>
        </p:blipFill>
        <p:spPr>
          <a:xfrm>
            <a:off x="4572000" y="1988840"/>
            <a:ext cx="4306799" cy="27184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lnSpcReduction="10000"/>
          </a:bodyPr>
          <a:lstStyle/>
          <a:p>
            <a:pPr marL="457200" indent="-457200">
              <a:buFont typeface="+mj-lt"/>
              <a:buAutoNum type="arabicPeriod"/>
            </a:pPr>
            <a:r>
              <a:rPr lang="en-US" sz="2400" u="sng" dirty="0">
                <a:hlinkClick r:id="rId3"/>
              </a:rPr>
              <a:t>https://www.sciencedirect.com/science/article/pii/S0168169920302301#b0225</a:t>
            </a:r>
            <a:r>
              <a:rPr lang="en-US" sz="2400" dirty="0"/>
              <a:t> </a:t>
            </a:r>
          </a:p>
          <a:p>
            <a:pPr marL="457200" indent="-457200">
              <a:buFont typeface="+mj-lt"/>
              <a:buAutoNum type="arabicPeriod"/>
            </a:pPr>
            <a:r>
              <a:rPr lang="en-US" sz="2400" u="sng" dirty="0">
                <a:hlinkClick r:id="rId4"/>
              </a:rPr>
              <a:t>https://www.sciencedirect.com/science/article/abs/pii/S0168192308003043</a:t>
            </a:r>
            <a:r>
              <a:rPr lang="en-US" sz="2400" dirty="0"/>
              <a:t> </a:t>
            </a:r>
          </a:p>
          <a:p>
            <a:pPr marL="457200" indent="-457200">
              <a:buFont typeface="+mj-lt"/>
              <a:buAutoNum type="arabicPeriod"/>
            </a:pPr>
            <a:r>
              <a:rPr lang="en-US" sz="2400" u="sng" dirty="0">
                <a:hlinkClick r:id="rId5"/>
              </a:rPr>
              <a:t>https://ieeexplore.ieee.org/document/10205756</a:t>
            </a:r>
            <a:endParaRPr lang="en-US" sz="2400" dirty="0"/>
          </a:p>
          <a:p>
            <a:pPr marL="457200" indent="-457200">
              <a:buFont typeface="+mj-lt"/>
              <a:buAutoNum type="arabicPeriod"/>
            </a:pPr>
            <a:r>
              <a:rPr lang="en-US" sz="2400" u="sng" dirty="0">
                <a:hlinkClick r:id="rId6"/>
              </a:rPr>
              <a:t>https://ieeexplore.ieee.org/document/9418351</a:t>
            </a:r>
            <a:endParaRPr lang="en-US" sz="2400" dirty="0"/>
          </a:p>
          <a:p>
            <a:pPr marL="457200" indent="-457200">
              <a:buFont typeface="+mj-lt"/>
              <a:buAutoNum type="arabicPeriod"/>
            </a:pPr>
            <a:r>
              <a:rPr lang="en-US" sz="2400" u="sng" dirty="0">
                <a:hlinkClick r:id="rId7"/>
              </a:rPr>
              <a:t>https://ieeexplore.ieee.org/document/9788221</a:t>
            </a:r>
            <a:endParaRPr lang="en-US" sz="2400" dirty="0"/>
          </a:p>
          <a:p>
            <a:pPr marL="457200" indent="-457200">
              <a:buFont typeface="+mj-lt"/>
              <a:buAutoNum type="arabicPeriod"/>
            </a:pPr>
            <a:r>
              <a:rPr lang="en-US" sz="2400" u="sng" dirty="0">
                <a:hlinkClick r:id="rId8"/>
              </a:rPr>
              <a:t>https://ieeexplore.ieee.org/document/9418375</a:t>
            </a:r>
            <a:endParaRPr lang="en-US" sz="2400" dirty="0"/>
          </a:p>
        </p:txBody>
      </p:sp>
      <p:sp>
        <p:nvSpPr>
          <p:cNvPr id="4" name="Footer Placeholder 3"/>
          <p:cNvSpPr>
            <a:spLocks noGrp="1"/>
          </p:cNvSpPr>
          <p:nvPr>
            <p:ph type="ftr" sz="quarter" idx="11"/>
          </p:nvPr>
        </p:nvSpPr>
        <p:spPr/>
        <p:txBody>
          <a:bodyPr/>
          <a:lstStyle/>
          <a:p>
            <a:r>
              <a:rPr lang="en-US"/>
              <a:t>https://www.sciencedirect.com/science/article/pii/S0168169920302301#b0225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xmlns="" name="Celestial" id="{C4BB2A3D-0E93-4C5F-B0D2-9D3FCE089CC5}" vid="{B36E0D05-787B-4C61-8268-2D6C1FBED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Celestial</Template>
  <TotalTime>2380</TotalTime>
  <Words>2405</Words>
  <Application>Microsoft Office PowerPoint</Application>
  <PresentationFormat>On-screen Show (4:3)</PresentationFormat>
  <Paragraphs>205</Paragraphs>
  <Slides>40</Slides>
  <Notes>1</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Celestial</vt:lpstr>
      <vt:lpstr>Crop Analysis and Prediction Using Machine Learning</vt:lpstr>
      <vt:lpstr>Slide 2</vt:lpstr>
      <vt:lpstr>Introduction</vt:lpstr>
      <vt:lpstr> Research Question/Hypothesis </vt:lpstr>
      <vt:lpstr>Slide 5</vt:lpstr>
      <vt:lpstr>State of the Art and Literature Review</vt:lpstr>
      <vt:lpstr>Introduction to the Dataset</vt:lpstr>
      <vt:lpstr>Slide 8</vt:lpstr>
      <vt:lpstr>Slide 9</vt:lpstr>
      <vt:lpstr>Outlliers</vt:lpstr>
      <vt:lpstr>Exploratory Data Analysis</vt:lpstr>
      <vt:lpstr>Slide 12</vt:lpstr>
      <vt:lpstr>Slide 13</vt:lpstr>
      <vt:lpstr>Slide 14</vt:lpstr>
      <vt:lpstr>Slide 15</vt:lpstr>
      <vt:lpstr>Slide 16</vt:lpstr>
      <vt:lpstr>3d plots</vt:lpstr>
      <vt:lpstr>Key Insights to Expect from These Plots </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Algorithm for front end</vt:lpstr>
      <vt:lpstr>Slide 32</vt:lpstr>
      <vt:lpstr>Slide 33</vt:lpstr>
      <vt:lpstr>Slide 34</vt:lpstr>
      <vt:lpstr>Slide 35</vt:lpstr>
      <vt:lpstr>Slide 36</vt:lpstr>
      <vt:lpstr>Slide 37</vt:lpstr>
      <vt:lpstr>Front end implementation</vt:lpstr>
      <vt:lpstr>Slide 39</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Analysis and Prediction Using Machine Learning</dc:title>
  <dc:creator>dell</dc:creator>
  <cp:lastModifiedBy>dell</cp:lastModifiedBy>
  <cp:revision>14</cp:revision>
  <dcterms:created xsi:type="dcterms:W3CDTF">2024-06-10T23:21:20Z</dcterms:created>
  <dcterms:modified xsi:type="dcterms:W3CDTF">2024-08-06T19:58:48Z</dcterms:modified>
</cp:coreProperties>
</file>